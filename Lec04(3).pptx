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</p:sldMasterIdLst>
  <p:notesMasterIdLst>
    <p:notesMasterId r:id="rId53"/>
  </p:notesMasterIdLst>
  <p:sldIdLst>
    <p:sldId id="260" r:id="rId3"/>
    <p:sldId id="289" r:id="rId4"/>
    <p:sldId id="310" r:id="rId5"/>
    <p:sldId id="398" r:id="rId6"/>
    <p:sldId id="400" r:id="rId7"/>
    <p:sldId id="401" r:id="rId8"/>
    <p:sldId id="402" r:id="rId9"/>
    <p:sldId id="404" r:id="rId10"/>
    <p:sldId id="405" r:id="rId11"/>
    <p:sldId id="406" r:id="rId12"/>
    <p:sldId id="407" r:id="rId13"/>
    <p:sldId id="408" r:id="rId14"/>
    <p:sldId id="409" r:id="rId15"/>
    <p:sldId id="410" r:id="rId16"/>
    <p:sldId id="411" r:id="rId17"/>
    <p:sldId id="412" r:id="rId18"/>
    <p:sldId id="413" r:id="rId19"/>
    <p:sldId id="414" r:id="rId20"/>
    <p:sldId id="416" r:id="rId21"/>
    <p:sldId id="417" r:id="rId22"/>
    <p:sldId id="418" r:id="rId23"/>
    <p:sldId id="420" r:id="rId24"/>
    <p:sldId id="421" r:id="rId25"/>
    <p:sldId id="419" r:id="rId26"/>
    <p:sldId id="422" r:id="rId27"/>
    <p:sldId id="442" r:id="rId28"/>
    <p:sldId id="441" r:id="rId29"/>
    <p:sldId id="423" r:id="rId30"/>
    <p:sldId id="425" r:id="rId31"/>
    <p:sldId id="444" r:id="rId32"/>
    <p:sldId id="445" r:id="rId33"/>
    <p:sldId id="448" r:id="rId34"/>
    <p:sldId id="449" r:id="rId35"/>
    <p:sldId id="450" r:id="rId36"/>
    <p:sldId id="451" r:id="rId37"/>
    <p:sldId id="452" r:id="rId38"/>
    <p:sldId id="424" r:id="rId39"/>
    <p:sldId id="426" r:id="rId40"/>
    <p:sldId id="427" r:id="rId41"/>
    <p:sldId id="428" r:id="rId42"/>
    <p:sldId id="429" r:id="rId43"/>
    <p:sldId id="430" r:id="rId44"/>
    <p:sldId id="431" r:id="rId45"/>
    <p:sldId id="432" r:id="rId46"/>
    <p:sldId id="433" r:id="rId47"/>
    <p:sldId id="434" r:id="rId48"/>
    <p:sldId id="435" r:id="rId49"/>
    <p:sldId id="436" r:id="rId50"/>
    <p:sldId id="396" r:id="rId51"/>
    <p:sldId id="439" r:id="rId5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智" initials="a" lastIdx="2" clrIdx="0"/>
  <p:cmAuthor id="2" name="李 智" initials="李" lastIdx="1" clrIdx="1"/>
  <p:cmAuthor id="3" name="Fate Su" initials="FS" lastIdx="1" clrIdx="2"/>
  <p:cmAuthor id="4" name="xujian@bit.edu.cn" initials="x" lastIdx="8" clrIdx="3"/>
  <p:cmAuthor id="5" name="方玥珵" initials="方玥珵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6FF"/>
    <a:srgbClr val="992D23"/>
    <a:srgbClr val="C047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FA2CD4-4BCB-4798-9670-613CF5BA3F2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71341-4B17-398E-2BB0-2CD5AF972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AA2617-5BBD-2672-1C64-0AC562744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7D96F3-7B93-016C-ADD1-C1CAB62B5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65C5F4-E1BA-8366-6023-15EF82D3A7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9028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05577-E55B-105B-A216-422625F8C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3F8BC5-AA2D-94DF-896A-1D3EBF36E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4CBBBA-C060-642F-F53A-53B4BDEE4E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59C334-3CEB-297E-2E1E-27F94493F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2921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C94F6-DD7E-5AC3-4F5C-029EDA6EC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007140-C242-E219-D425-0CB4BE5C64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0C97E1-CA32-B416-5BB0-945C8A337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7449FA-937F-A2FF-E7C5-03B349C51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9638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481D2-E752-0DD2-ACF9-31F11F0C8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3B8321-4E47-D46E-4F44-C50143F87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3EF5B3-F6C4-1B59-2687-1724BFB47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3631EC-F4D8-3101-1AFD-930D82F1DE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215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8075B-2CA4-A738-E49F-A77A560B6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4EBE95-6032-4317-F1C8-28BB0BBEAB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F551EA-7DBD-F4DA-6D21-205F7EF2D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464B7D-4E15-6C83-6919-A1655F32B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513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C321B-1206-E7C7-C128-B0F904FE6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4A563B-9623-81F9-D753-62288D542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AD4280-A5EB-99C3-C048-22D909AEE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324D3D-4CA1-C595-2C18-A4DEF3A76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60228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628A9-DB44-0462-7D44-C4EF8DBE6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5AA39C-A6C6-9F3B-3F57-EEB3EA01B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EA5A7E-E749-FF38-DA4D-EB4E1DE38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45CD55-A4B8-FB47-E18A-13BE56467B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0282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BFEC-54B7-22F0-9F95-5AD6D2778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CC15DF-FB6A-EBE9-522A-D7C903AA4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771CA1-EC90-1D51-151F-5A36AD5E7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9D2942-1DC0-0301-00DC-E6C97D002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99424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C635D-301E-76A5-836A-AEB7AEA75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5DD1C5D-B263-BA76-29EF-846AEF334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132112-0639-9C73-8760-DDD0EF249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2C360E-7BEE-9AEC-780B-60EC19A17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01365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0FB89-C556-2F84-9230-649C2C9D6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73A885-8C48-001B-C9D5-41C6614E3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F7DCD9-6147-B44C-7200-12A0E29A3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8858B8-4BDB-16F2-6F18-D7AAD1E26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32687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E6C36-64C6-C7F0-6CEA-A116306C0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A3EE9B-AEE9-59EA-76E7-5545BD71A1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DA6CEB-63D8-FA12-CD74-53F6AE987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E4F0A9-32CC-15FE-8C71-6363A92AA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8626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985E6-978D-B9A8-EA53-6683B2A90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C78A8E-ED4D-1162-80D8-E36CED3D6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162E09-39D9-BAF2-AE5B-794CB2BC3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B87198-85D1-EAC7-1C26-27911ACB0C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76213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C00AF-72D5-CC10-0CBD-FB9D2147D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C2BA1E2-A7CB-281F-B285-C0B5BD3D1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97E25E-545E-1986-18F6-38DA6F153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436E8D-E4A2-D447-A00B-AA95221BB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56388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3901F-F2CF-5455-F83D-C585E1F06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82A0EF-5F8A-5CF7-F988-A4B5BC901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F88736-B979-63A6-9D39-B71C5F809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C5BAED-42B6-4A21-CC15-90758B72A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61686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1FD1C-6C77-777D-FFDD-73E9B0684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E5BF38-72B2-1889-CE95-FFA30292C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FC0998-CA5F-69E2-BA31-FCC96609D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26D0EE-C6F3-36BE-D264-CC8C4FB506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23962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0E9B2-9050-45D9-22C2-D27108FE4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4F7377-69AA-D9B6-90FE-544017F5B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398104-1F8C-87FA-ACC9-EF4A7E882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93D3BD-9831-5595-6DC8-AD4663210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75252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1AB6B-06DD-4E76-0388-3599283F0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71F87D-7DA6-0707-7053-84F94887A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0E7561-209B-47E7-EE5C-B4BC3D9FB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B65E1F-8822-E65F-B0BB-E917F257E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2992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15C29-EEF7-BE66-5D5F-90279118E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F4358A7-0226-E366-767C-F8AFEBDC7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43D2D9-3802-4F9E-E913-F31DE6772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B66679-83D8-4CED-0F2F-711CF5A75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25383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117EB-0A1E-F82A-C7DA-AB2422233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019A63-C261-FBF0-4576-FBF6BE295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1BDD93-7351-5CE9-D2A1-507A9E000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F77B48-06CF-368F-3812-CCB2B15EF9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85148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94A3C-9701-2863-66F1-F1A7273FD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6FE336-42E6-0DDA-E61F-FB4FEBED8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EC7C2-A81C-E915-7C61-ED5501EEA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2CEE61-AD9B-24E3-5B5B-0BD8CE4499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88048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8C23F-5FFC-5840-C1F1-7C0CFFDFB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D07FA-E301-EB0C-448B-821865DB1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F5917C-8452-964F-EF75-2D108F459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039F86-16A7-0921-8798-C2EC9D72A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69471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D61F9-9A83-3044-7D42-0FA3C0426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A88A0C-B69B-2A71-3A56-35FC75A431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E180EB-B430-ADF2-886C-0ECAE087F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8D07E3-C929-112B-4586-FCFFCDE93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95687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CDBB0-697C-10F2-3A39-4F81A1945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16D9E5-FF15-8C58-4630-B3378B783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DFFB78-2E78-782E-FFCC-7D968510C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F0282C-1509-EBFC-BD36-C5F76D30D2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78566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1C5B4-C863-CDA8-04F0-128149B36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4CE983-45E4-CF44-1DAA-36EFF28A9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CCC869-41DF-FA4D-10F8-F731A65F5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B87517-02C1-B250-BA43-7CA8BEB17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32613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00FA3-E1AE-AA50-8744-78C0FD777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003AA9-0866-D6F6-CABC-FCA099910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DA8818-F8B6-C6DC-8FA3-1DCDC05DF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93230A-2872-8817-5434-5AF186DA8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1144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0EC25-2590-0E3F-283C-B09F10D00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BDA05B-4387-B8C2-7564-766CAD368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34B4EC-0085-361C-CE88-5B0354C8F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1789F0-C111-B1F2-AC45-D8472594A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59258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3517D-3CEE-6F88-4EA9-45691B37C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58B5E6-1211-120B-24CC-199CFE369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B1E6D9-3E6A-8817-7D5D-DA2E95B19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ADF4FB-9296-9FC3-0998-B1359D026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4970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22272-DAB5-161A-0688-E232381F7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23BE1C-7EA5-BF35-9EF6-F958D5C31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2B2031-D1E6-7E4D-8FEC-AB2C94064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105BB8-1AC1-7506-7872-100D159DE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50709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792FD-66C8-5A65-1EA9-8BED06667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E94F8C-0506-F8B7-4AF8-FE2917A2C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EAAEB7-E74A-802B-550E-BF46EE859F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89DC84-32AB-65F0-075C-07781EE1D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30481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4C656-0247-3379-1C25-C89BDE00A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76167D-E06A-0F59-F70F-54F90197F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090616-E9B3-DECA-7620-D4A7AFDC6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671ED5-F88E-33BC-154E-1C169BB4C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4975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F0EAA-6896-AEDB-C025-912862D93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2CDAAF-23FF-0833-33A3-70716FC34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6EF820-EEF4-58BF-497E-DC3074D00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683F4F-A082-7EF1-0B79-82DEC45D1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28839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C529-85DF-4BB6-A1F1-373A5318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4570A4-DF33-7A25-D40B-0B98E1948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5F90F2-103E-208C-97E9-12C52C8B9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5ECD4A-B537-5AB3-C682-22E3BB8279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53577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B169E-5C9B-8AF6-1A5C-4BDD6408F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B4CC51-E102-2B3E-339E-811AC275C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0C954D-B23F-36EE-5793-3E654CB3E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63F7CB-928D-D922-91D5-A362412B1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62106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2A755-860A-CB38-E6D8-0094CAA65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C21D51-6C2F-BDEA-AFEC-379788876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0A2A3A-3811-79AF-856A-251C15DF5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6A5474-2518-31FD-55F2-BD324EC18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790442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F1494-638D-522C-D645-1D04B2E89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7C3189-20C7-D62F-CC3E-7D368CA6C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DCE891-D9D3-95C0-A436-EAA388208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DF5731-5D6F-2CA4-2989-5614B41B81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88177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52DF8-14C3-DB1C-6563-881459F87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069DFA-2EB5-60B3-8E5E-471825E07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F0A256-44C5-CAEB-84A2-E4408E46E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88A1D7-8012-E86D-3923-8E275CCD3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43516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B22A6-E6F9-F87E-AEE3-D30CBE495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8B9D50-DDFD-B535-5A31-7F64072EA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F2F9D1-CD82-92C2-FD8E-F94AE4396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6649D5-26D9-A781-9FAA-F96DAEE0F7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42901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4F4D4-4AC1-E8C5-2A42-2486F866A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C5F335-4F10-CCF8-0BD2-FEB36F8F5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73B4AD-B420-B9DD-CF29-5734D0E70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0ABCA2-9E4D-514E-94AD-2DA012CDE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306742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F2A32-CC0E-C312-DCBD-F71CD10FB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BBF369-5D06-DB23-0952-0F18B2419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471CAE-7663-4E72-EBEF-57614F306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4B5232-C8D0-F09C-3F45-8423843C17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7516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F13BD-EB78-FCB2-8D47-1731E36C8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030421-5D64-4DC8-084C-BD2C35655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060582-2558-B4BB-3AEF-C163472B8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CB3DA0-A071-7F2B-39D5-3BD7B26380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70326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5AFBA-3174-8EDF-374B-32CCFF3A1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1FF824-FC9E-B6E3-CB2B-0A3E9FEF91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7FEF7D-552F-60EB-B986-3105C769F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AE13AD-39CB-34DB-80C2-7F867711C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614853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84896-82AB-AD8B-2F49-2EEF8A36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D58EDC-D614-0C86-CA11-763F3B121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26566B-35AB-CC5F-3051-8BC04F4CF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0D70BD-790D-F2CC-5645-9BF461507C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467238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D04F7-C603-73D2-870F-CF1A3AE76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21ECD2-7B25-5D45-9577-FA396B013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C0A721-AACC-39DB-8CB6-AB4C8A028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DC368F-D780-26D4-A1E1-23520717B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537527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EB5D4-6F38-B39A-1DEC-4378A4322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B26179-F4B6-2A6B-A641-A70E49B86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D0D16E-8CE6-1692-6BDF-94AC7C283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C87070-FD79-41E9-8E5D-B181AC1FA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690634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FB9D2-09EE-C8C1-B2E5-3B88B0560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242402-A981-50F7-7032-5F275EBF6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5B4ADD9-8184-F18C-4135-1B71EE595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E21B8A-F41B-1F1D-BE7C-844373ED9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051033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44668-1E6B-EDCB-3950-C5A288683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3EB163-5D46-1562-705B-B3E786042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BFE53C-E04E-2247-0C3F-74BA4F145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3C2EFB-56C6-1964-2C43-E1BD6F4F7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20728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0F4E3-E6EA-6BD4-E898-085DB6B87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7EED2C-5D3F-8CEE-62CC-5CB926D6D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FCD5F8-0094-87E8-7023-14F537F01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5D217C-40C4-D091-F207-0A0B94A63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750597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E2A42-E5A5-2A9B-C2CA-E0E50035F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4494B3-117C-AF1E-B240-EDDC2870B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8BA547-7172-D53E-787F-58719B2CB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ED4A14-C68A-55FC-F6F8-883E66EFD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900652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09A62-FC3A-F924-FBBF-A2C816C04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6BA1F3-7352-D7A6-6FDC-2ED300475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3026D3-A026-63AA-E224-4A143B8FF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90BF68-02C6-39DF-A260-81A7F046C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925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750050"/>
            <a:ext cx="12192000" cy="10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145963" y="233032"/>
            <a:ext cx="46037" cy="265113"/>
          </a:xfrm>
          <a:prstGeom prst="rect">
            <a:avLst/>
          </a:prstGeom>
          <a:solidFill>
            <a:srgbClr val="9605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>
            <a:alphaModFix amt="5000"/>
            <a:duotone>
              <a:srgbClr val="EC5F74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backgroundRemoval t="21653" b="79287" l="20795" r="79952">
                        <a14:foregroundMark x1="51094" y1="38906" x2="51094" y2="38906"/>
                      </a14:backgroundRemoval>
                    </a14:imgEffect>
                    <a14:imgEffect>
                      <a14:brightnessContrast bright="40000" contrast="40000"/>
                    </a14:imgEffect>
                    <a14:imgEffect>
                      <a14:colorTemperature colorTemp="7200"/>
                    </a14:imgEffect>
                    <a14:imgEffect>
                      <a14:saturation sat="20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400" t="14448" r="12653" b="13509"/>
          <a:stretch>
            <a:fillRect/>
          </a:stretch>
        </p:blipFill>
        <p:spPr>
          <a:xfrm rot="321821">
            <a:off x="-4319905" y="840105"/>
            <a:ext cx="8543290" cy="8323580"/>
          </a:xfrm>
          <a:prstGeom prst="ellipse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alphaModFix amt="5000"/>
            <a:duotone>
              <a:srgbClr val="EC5F74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backgroundRemoval t="21653" b="79287" l="20795" r="79952">
                        <a14:foregroundMark x1="51094" y1="38906" x2="51094" y2="38906"/>
                      </a14:backgroundRemoval>
                    </a14:imgEffect>
                    <a14:imgEffect>
                      <a14:brightnessContrast bright="40000" contrast="40000"/>
                    </a14:imgEffect>
                    <a14:imgEffect>
                      <a14:colorTemperature colorTemp="7200"/>
                    </a14:imgEffect>
                    <a14:imgEffect>
                      <a14:saturation sat="20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400" t="14448" r="12653" b="13509"/>
          <a:stretch>
            <a:fillRect/>
          </a:stretch>
        </p:blipFill>
        <p:spPr>
          <a:xfrm rot="321821">
            <a:off x="8206740" y="-2151380"/>
            <a:ext cx="8543290" cy="8323580"/>
          </a:xfrm>
          <a:prstGeom prst="ellipse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656764" y="6588087"/>
            <a:ext cx="535236" cy="269913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656764" y="6588087"/>
            <a:ext cx="535236" cy="269913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656764" y="6493220"/>
            <a:ext cx="535236" cy="269913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656764" y="6493220"/>
            <a:ext cx="535236" cy="269913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504D730F-6338-46F1-958D-BF9D560E37D7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10" name="灯片编号占位符 6"/>
          <p:cNvSpPr txBox="1"/>
          <p:nvPr userDrawn="1"/>
        </p:nvSpPr>
        <p:spPr>
          <a:xfrm>
            <a:off x="11656764" y="6493220"/>
            <a:ext cx="535236" cy="26991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5D0FE7D3-6373-4BB1-8896-75ADC101CC0F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6" name="灯片编号占位符 6"/>
          <p:cNvSpPr txBox="1"/>
          <p:nvPr userDrawn="1"/>
        </p:nvSpPr>
        <p:spPr>
          <a:xfrm>
            <a:off x="11656764" y="6493220"/>
            <a:ext cx="535236" cy="26991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A79E8E0-1A6B-4740-8481-A0325F90ADD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5" name="灯片编号占位符 6"/>
          <p:cNvSpPr txBox="1"/>
          <p:nvPr userDrawn="1"/>
        </p:nvSpPr>
        <p:spPr>
          <a:xfrm>
            <a:off x="11656764" y="6493220"/>
            <a:ext cx="535236" cy="26991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3DFF2471-60CC-4C4F-83F9-7A78F59B988F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8" name="灯片编号占位符 6"/>
          <p:cNvSpPr txBox="1"/>
          <p:nvPr userDrawn="1"/>
        </p:nvSpPr>
        <p:spPr>
          <a:xfrm>
            <a:off x="11656764" y="6493220"/>
            <a:ext cx="535236" cy="26991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1B47B1AD-96DE-4738-B476-17B13E9E58FB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8" name="灯片编号占位符 6"/>
          <p:cNvSpPr txBox="1"/>
          <p:nvPr userDrawn="1"/>
        </p:nvSpPr>
        <p:spPr>
          <a:xfrm>
            <a:off x="11656764" y="6493220"/>
            <a:ext cx="535236" cy="26991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FAB2EC56-0C3E-411B-B69F-DF9A37A7A715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灯片编号占位符 6"/>
          <p:cNvSpPr txBox="1"/>
          <p:nvPr userDrawn="1"/>
        </p:nvSpPr>
        <p:spPr>
          <a:xfrm>
            <a:off x="11656764" y="6493220"/>
            <a:ext cx="535236" cy="26991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41F1FC73-0583-4EB7-BED7-201D6D9B2F10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灯片编号占位符 6"/>
          <p:cNvSpPr txBox="1"/>
          <p:nvPr userDrawn="1"/>
        </p:nvSpPr>
        <p:spPr>
          <a:xfrm>
            <a:off x="11656764" y="6493220"/>
            <a:ext cx="535236" cy="26991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000"/>
          <a:stretch>
            <a:fillRect/>
          </a:stretch>
        </p:blipFill>
        <p:spPr>
          <a:xfrm>
            <a:off x="11159755" y="36245"/>
            <a:ext cx="908953" cy="934344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0" y="864000"/>
            <a:ext cx="8279130" cy="0"/>
            <a:chOff x="0" y="1642"/>
            <a:chExt cx="13038" cy="0"/>
          </a:xfrm>
        </p:grpSpPr>
        <p:cxnSp>
          <p:nvCxnSpPr>
            <p:cNvPr id="2" name="直接连接符 1"/>
            <p:cNvCxnSpPr/>
            <p:nvPr userDrawn="1"/>
          </p:nvCxnSpPr>
          <p:spPr bwMode="auto">
            <a:xfrm>
              <a:off x="0" y="1642"/>
              <a:ext cx="13039" cy="0"/>
            </a:xfrm>
            <a:prstGeom prst="line">
              <a:avLst/>
            </a:prstGeom>
            <a:noFill/>
            <a:ln w="28575" cap="flat" cmpd="sng" algn="ctr">
              <a:solidFill>
                <a:srgbClr val="7D1E2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" name="直接连接符 3"/>
            <p:cNvCxnSpPr/>
            <p:nvPr userDrawn="1"/>
          </p:nvCxnSpPr>
          <p:spPr bwMode="auto">
            <a:xfrm>
              <a:off x="0" y="1642"/>
              <a:ext cx="7257" cy="0"/>
            </a:xfrm>
            <a:prstGeom prst="line">
              <a:avLst/>
            </a:prstGeom>
            <a:noFill/>
            <a:ln w="76200" cap="flat" cmpd="sng" algn="ctr">
              <a:solidFill>
                <a:srgbClr val="7D1E2E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" name="Rectangle 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24221" y="6524099"/>
            <a:ext cx="527049" cy="401637"/>
          </a:xfrm>
        </p:spPr>
        <p:txBody>
          <a:bodyPr/>
          <a:lstStyle>
            <a:lvl1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8562223F-EAE4-4709-90BF-19CB3D12D353}" type="slidenum">
              <a:rPr lang="zh-CN" altLang="en-US" smtClean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864000"/>
            <a:ext cx="8279130" cy="0"/>
            <a:chOff x="0" y="1642"/>
            <a:chExt cx="13038" cy="0"/>
          </a:xfrm>
        </p:grpSpPr>
        <p:cxnSp>
          <p:nvCxnSpPr>
            <p:cNvPr id="2" name="直接连接符 1"/>
            <p:cNvCxnSpPr/>
            <p:nvPr userDrawn="1"/>
          </p:nvCxnSpPr>
          <p:spPr bwMode="auto">
            <a:xfrm>
              <a:off x="0" y="1642"/>
              <a:ext cx="13039" cy="0"/>
            </a:xfrm>
            <a:prstGeom prst="line">
              <a:avLst/>
            </a:prstGeom>
            <a:noFill/>
            <a:ln w="28575" cap="flat" cmpd="sng" algn="ctr">
              <a:solidFill>
                <a:srgbClr val="7D1E2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" name="直接连接符 3"/>
            <p:cNvCxnSpPr/>
            <p:nvPr userDrawn="1"/>
          </p:nvCxnSpPr>
          <p:spPr bwMode="auto">
            <a:xfrm>
              <a:off x="0" y="1642"/>
              <a:ext cx="7257" cy="0"/>
            </a:xfrm>
            <a:prstGeom prst="line">
              <a:avLst/>
            </a:prstGeom>
            <a:noFill/>
            <a:ln w="76200" cap="flat" cmpd="sng" algn="ctr">
              <a:solidFill>
                <a:srgbClr val="7D1E2E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000"/>
          <a:stretch>
            <a:fillRect/>
          </a:stretch>
        </p:blipFill>
        <p:spPr>
          <a:xfrm>
            <a:off x="11424000" y="45000"/>
            <a:ext cx="696000" cy="698076"/>
          </a:xfrm>
          <a:prstGeom prst="rect">
            <a:avLst/>
          </a:prstGeom>
        </p:spPr>
      </p:pic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772000" y="6492875"/>
            <a:ext cx="569177" cy="365125"/>
          </a:xfrm>
        </p:spPr>
        <p:txBody>
          <a:bodyPr/>
          <a:lstStyle>
            <a:lvl1pPr>
              <a:defRPr sz="1400">
                <a:ea typeface="微软雅黑" panose="020B0503020204020204" charset="-122"/>
              </a:defRPr>
            </a:lvl1pPr>
          </a:lstStyle>
          <a:p>
            <a:fld id="{75112C01-BD07-451A-97DF-24AD4E6839FF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180000" y="0"/>
            <a:ext cx="8280400" cy="86400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4000" b="1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F42D-3C2B-435D-87A0-2DCCF789AFB5}" type="datetime1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1F791-D378-4982-92DB-B9DA87EEFF1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56"/>
          <p:cNvSpPr/>
          <p:nvPr userDrawn="1"/>
        </p:nvSpPr>
        <p:spPr>
          <a:xfrm>
            <a:off x="-9525" y="122238"/>
            <a:ext cx="560388" cy="700087"/>
          </a:xfrm>
          <a:custGeom>
            <a:avLst/>
            <a:gdLst>
              <a:gd name="connsiteX0" fmla="*/ 0 w 436410"/>
              <a:gd name="connsiteY0" fmla="*/ 0 h 895350"/>
              <a:gd name="connsiteX1" fmla="*/ 436410 w 436410"/>
              <a:gd name="connsiteY1" fmla="*/ 0 h 895350"/>
              <a:gd name="connsiteX2" fmla="*/ 250915 w 436410"/>
              <a:gd name="connsiteY2" fmla="*/ 895350 h 895350"/>
              <a:gd name="connsiteX3" fmla="*/ 0 w 436410"/>
              <a:gd name="connsiteY3" fmla="*/ 89535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410" h="895350">
                <a:moveTo>
                  <a:pt x="0" y="0"/>
                </a:moveTo>
                <a:lnTo>
                  <a:pt x="436410" y="0"/>
                </a:lnTo>
                <a:lnTo>
                  <a:pt x="250915" y="895350"/>
                </a:lnTo>
                <a:lnTo>
                  <a:pt x="0" y="895350"/>
                </a:lnTo>
                <a:close/>
              </a:path>
            </a:pathLst>
          </a:custGeom>
          <a:solidFill>
            <a:srgbClr val="BA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4" name="直接连接符 86"/>
          <p:cNvCxnSpPr/>
          <p:nvPr userDrawn="1"/>
        </p:nvCxnSpPr>
        <p:spPr>
          <a:xfrm>
            <a:off x="442913" y="82232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 userDrawn="1"/>
        </p:nvSpPr>
        <p:spPr>
          <a:xfrm>
            <a:off x="12145963" y="336550"/>
            <a:ext cx="46037" cy="265113"/>
          </a:xfrm>
          <a:prstGeom prst="rect">
            <a:avLst/>
          </a:prstGeom>
          <a:solidFill>
            <a:srgbClr val="9605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宋体" panose="02010600030101010101" pitchFamily="2" charset="-122"/>
            </a:endParaRPr>
          </a:p>
        </p:txBody>
      </p:sp>
      <p:sp>
        <p:nvSpPr>
          <p:cNvPr id="6" name="任意多边形: 形状 57"/>
          <p:cNvSpPr/>
          <p:nvPr userDrawn="1"/>
        </p:nvSpPr>
        <p:spPr>
          <a:xfrm>
            <a:off x="417513" y="379413"/>
            <a:ext cx="96837" cy="222250"/>
          </a:xfrm>
          <a:custGeom>
            <a:avLst/>
            <a:gdLst>
              <a:gd name="connsiteX0" fmla="*/ 144879 w 185359"/>
              <a:gd name="connsiteY0" fmla="*/ 0 h 699303"/>
              <a:gd name="connsiteX1" fmla="*/ 185359 w 185359"/>
              <a:gd name="connsiteY1" fmla="*/ 0 h 699303"/>
              <a:gd name="connsiteX2" fmla="*/ 40480 w 185359"/>
              <a:gd name="connsiteY2" fmla="*/ 699303 h 699303"/>
              <a:gd name="connsiteX3" fmla="*/ 0 w 185359"/>
              <a:gd name="connsiteY3" fmla="*/ 699303 h 699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59" h="699303">
                <a:moveTo>
                  <a:pt x="144879" y="0"/>
                </a:moveTo>
                <a:lnTo>
                  <a:pt x="185359" y="0"/>
                </a:lnTo>
                <a:lnTo>
                  <a:pt x="40480" y="699303"/>
                </a:lnTo>
                <a:lnTo>
                  <a:pt x="0" y="699303"/>
                </a:lnTo>
                <a:close/>
              </a:path>
            </a:pathLst>
          </a:custGeom>
          <a:solidFill>
            <a:schemeClr val="accent4"/>
          </a:solidFill>
          <a:ln w="38100">
            <a:solidFill>
              <a:srgbClr val="7806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664953" y="6456364"/>
            <a:ext cx="527049" cy="4016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62223F-EAE4-4709-90BF-19CB3D12D353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62223F-EAE4-4709-90BF-19CB3D12D353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10"/>
          <p:cNvSpPr>
            <a:spLocks noChangeArrowheads="1"/>
          </p:cNvSpPr>
          <p:nvPr userDrawn="1"/>
        </p:nvSpPr>
        <p:spPr bwMode="auto">
          <a:xfrm rot="5400000">
            <a:off x="172027" y="-188697"/>
            <a:ext cx="769937" cy="1147329"/>
          </a:xfrm>
          <a:prstGeom prst="flowChartManualInput">
            <a:avLst/>
          </a:prstGeom>
          <a:solidFill>
            <a:srgbClr val="C00000"/>
          </a:solidFill>
          <a:ln w="9525">
            <a:noFill/>
            <a:miter lim="800000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none" anchor="ctr"/>
          <a:lstStyle/>
          <a:p>
            <a:pPr>
              <a:defRPr/>
            </a:pPr>
            <a:endParaRPr lang="zh-CN" altLang="en-US" sz="1350" dirty="0">
              <a:solidFill>
                <a:srgbClr val="0099CC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" panose="020B0500000000000000" pitchFamily="34" charset="-122"/>
            </a:endParaRPr>
          </a:p>
        </p:txBody>
      </p:sp>
      <p:cxnSp>
        <p:nvCxnSpPr>
          <p:cNvPr id="5" name="直接连接符 12"/>
          <p:cNvCxnSpPr/>
          <p:nvPr userDrawn="1"/>
        </p:nvCxnSpPr>
        <p:spPr>
          <a:xfrm>
            <a:off x="1055688" y="758921"/>
            <a:ext cx="10987087" cy="0"/>
          </a:xfrm>
          <a:prstGeom prst="line">
            <a:avLst/>
          </a:prstGeom>
          <a:ln w="19050">
            <a:solidFill>
              <a:srgbClr val="C00000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0" cstate="screen">
            <a:biLevel thresh="25000"/>
          </a:blip>
          <a:srcRect/>
          <a:stretch>
            <a:fillRect/>
          </a:stretch>
        </p:blipFill>
        <p:spPr>
          <a:xfrm>
            <a:off x="101648" y="109571"/>
            <a:ext cx="756458" cy="550794"/>
          </a:xfrm>
          <a:prstGeom prst="rect">
            <a:avLst/>
          </a:prstGeom>
        </p:spPr>
      </p:pic>
      <p:sp>
        <p:nvSpPr>
          <p:cNvPr id="1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1656764" y="6588087"/>
            <a:ext cx="535236" cy="269913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</p:sldLayoutIdLst>
  <p:transition/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5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jpe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6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Relationship Id="rId5" Type="http://schemas.openxmlformats.org/officeDocument/2006/relationships/hyperlink" Target="https://en.wikipedia.org/wiki/Chomsky_normal_form" TargetMode="Externa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42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43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44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45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46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47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10.png"/><Relationship Id="rId4" Type="http://schemas.openxmlformats.org/officeDocument/2006/relationships/image" Target="../media/image30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1.png"/><Relationship Id="rId3" Type="http://schemas.openxmlformats.org/officeDocument/2006/relationships/image" Target="../media/image48.png"/><Relationship Id="rId7" Type="http://schemas.openxmlformats.org/officeDocument/2006/relationships/image" Target="../media/image34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31.png"/><Relationship Id="rId5" Type="http://schemas.openxmlformats.org/officeDocument/2006/relationships/image" Target="../media/image310.png"/><Relationship Id="rId4" Type="http://schemas.openxmlformats.org/officeDocument/2006/relationships/image" Target="../media/image3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35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40.png"/><Relationship Id="rId5" Type="http://schemas.openxmlformats.org/officeDocument/2006/relationships/image" Target="../media/image310.png"/><Relationship Id="rId4" Type="http://schemas.openxmlformats.org/officeDocument/2006/relationships/image" Target="../media/image3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35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40.png"/><Relationship Id="rId5" Type="http://schemas.openxmlformats.org/officeDocument/2006/relationships/image" Target="../media/image310.png"/><Relationship Id="rId4" Type="http://schemas.openxmlformats.org/officeDocument/2006/relationships/image" Target="../media/image33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png"/><Relationship Id="rId3" Type="http://schemas.openxmlformats.org/officeDocument/2006/relationships/image" Target="../media/image48.png"/><Relationship Id="rId7" Type="http://schemas.openxmlformats.org/officeDocument/2006/relationships/image" Target="../media/image36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31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png"/><Relationship Id="rId3" Type="http://schemas.openxmlformats.org/officeDocument/2006/relationships/image" Target="../media/image48.png"/><Relationship Id="rId7" Type="http://schemas.openxmlformats.org/officeDocument/2006/relationships/image" Target="../media/image35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40.png"/><Relationship Id="rId5" Type="http://schemas.openxmlformats.org/officeDocument/2006/relationships/image" Target="../media/image310.png"/><Relationship Id="rId4" Type="http://schemas.openxmlformats.org/officeDocument/2006/relationships/image" Target="../media/image36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3" Type="http://schemas.openxmlformats.org/officeDocument/2006/relationships/image" Target="../media/image48.png"/><Relationship Id="rId7" Type="http://schemas.openxmlformats.org/officeDocument/2006/relationships/image" Target="../media/image39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80.png"/><Relationship Id="rId5" Type="http://schemas.openxmlformats.org/officeDocument/2006/relationships/image" Target="../media/image370.png"/><Relationship Id="rId10" Type="http://schemas.openxmlformats.org/officeDocument/2006/relationships/image" Target="../media/image410.png"/><Relationship Id="rId4" Type="http://schemas.openxmlformats.org/officeDocument/2006/relationships/image" Target="../media/image310.png"/><Relationship Id="rId9" Type="http://schemas.openxmlformats.org/officeDocument/2006/relationships/image" Target="../media/image35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3" Type="http://schemas.openxmlformats.org/officeDocument/2006/relationships/image" Target="../media/image48.png"/><Relationship Id="rId7" Type="http://schemas.openxmlformats.org/officeDocument/2006/relationships/image" Target="../media/image39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80.png"/><Relationship Id="rId5" Type="http://schemas.openxmlformats.org/officeDocument/2006/relationships/image" Target="../media/image370.png"/><Relationship Id="rId10" Type="http://schemas.openxmlformats.org/officeDocument/2006/relationships/image" Target="../media/image430.png"/><Relationship Id="rId4" Type="http://schemas.openxmlformats.org/officeDocument/2006/relationships/image" Target="../media/image310.png"/><Relationship Id="rId9" Type="http://schemas.openxmlformats.org/officeDocument/2006/relationships/image" Target="../media/image35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0.png"/><Relationship Id="rId3" Type="http://schemas.openxmlformats.org/officeDocument/2006/relationships/image" Target="../media/image48.png"/><Relationship Id="rId7" Type="http://schemas.openxmlformats.org/officeDocument/2006/relationships/image" Target="../media/image39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80.png"/><Relationship Id="rId11" Type="http://schemas.openxmlformats.org/officeDocument/2006/relationships/image" Target="../media/image461.png"/><Relationship Id="rId5" Type="http://schemas.openxmlformats.org/officeDocument/2006/relationships/image" Target="../media/image370.png"/><Relationship Id="rId10" Type="http://schemas.openxmlformats.org/officeDocument/2006/relationships/image" Target="../media/image450.png"/><Relationship Id="rId4" Type="http://schemas.openxmlformats.org/officeDocument/2006/relationships/image" Target="../media/image310.png"/><Relationship Id="rId9" Type="http://schemas.openxmlformats.org/officeDocument/2006/relationships/image" Target="../media/image350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3" Type="http://schemas.openxmlformats.org/officeDocument/2006/relationships/image" Target="../media/image48.png"/><Relationship Id="rId7" Type="http://schemas.openxmlformats.org/officeDocument/2006/relationships/image" Target="../media/image390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80.png"/><Relationship Id="rId5" Type="http://schemas.openxmlformats.org/officeDocument/2006/relationships/image" Target="../media/image370.png"/><Relationship Id="rId10" Type="http://schemas.openxmlformats.org/officeDocument/2006/relationships/image" Target="../media/image470.png"/><Relationship Id="rId4" Type="http://schemas.openxmlformats.org/officeDocument/2006/relationships/image" Target="../media/image310.png"/><Relationship Id="rId9" Type="http://schemas.openxmlformats.org/officeDocument/2006/relationships/image" Target="../media/image35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8.png"/><Relationship Id="rId7" Type="http://schemas.openxmlformats.org/officeDocument/2006/relationships/image" Target="../media/image390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80.png"/><Relationship Id="rId11" Type="http://schemas.openxmlformats.org/officeDocument/2006/relationships/image" Target="../media/image480.png"/><Relationship Id="rId5" Type="http://schemas.openxmlformats.org/officeDocument/2006/relationships/image" Target="../media/image370.png"/><Relationship Id="rId10" Type="http://schemas.openxmlformats.org/officeDocument/2006/relationships/image" Target="../media/image51.png"/><Relationship Id="rId4" Type="http://schemas.openxmlformats.org/officeDocument/2006/relationships/image" Target="../media/image310.png"/><Relationship Id="rId9" Type="http://schemas.openxmlformats.org/officeDocument/2006/relationships/image" Target="../media/image35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ITSAC2025/SVF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classroom.github.com/a/9aXAgKoz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图片 4" descr="刘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0797" y="4319711"/>
            <a:ext cx="12212637" cy="2552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badi" panose="020B0604020104020204" pitchFamily="34" charset="0"/>
                <a:ea typeface="微软雅黑" panose="020B0503020204020204" charset="-122"/>
                <a:cs typeface="+mn-cs"/>
              </a:rPr>
              <a:t>1</a:t>
            </a:fld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badi" panose="020B0604020104020204" pitchFamily="34" charset="0"/>
              <a:ea typeface="微软雅黑" panose="020B050302020402020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1" y="60960"/>
            <a:ext cx="1275715" cy="1268730"/>
          </a:xfrm>
          <a:prstGeom prst="rect">
            <a:avLst/>
          </a:prstGeom>
        </p:spPr>
      </p:pic>
      <p:sp>
        <p:nvSpPr>
          <p:cNvPr id="14" name="TextBox 13"/>
          <p:cNvSpPr txBox="1"/>
          <p:nvPr>
            <p:custDataLst>
              <p:tags r:id="rId2"/>
            </p:custDataLst>
          </p:nvPr>
        </p:nvSpPr>
        <p:spPr>
          <a:xfrm>
            <a:off x="0" y="1893963"/>
            <a:ext cx="12191840" cy="1144096"/>
          </a:xfrm>
          <a:prstGeom prst="rect">
            <a:avLst/>
          </a:prstGeom>
          <a:noFill/>
          <a:effectLst>
            <a:innerShdw blurRad="63500" dist="17526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0" cap="none" spc="-150" normalizeH="0" baseline="0" dirty="0">
                <a:gradFill>
                  <a:gsLst>
                    <a:gs pos="0">
                      <a:srgbClr val="7D1E2E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第四节：可达性问题与指针分析</a:t>
            </a:r>
            <a:endParaRPr kumimoji="0" lang="en-US" altLang="zh-CN" sz="7200" b="1" i="0" u="none" strike="noStrike" kern="0" cap="none" spc="-150" normalizeH="0" baseline="0" dirty="0">
              <a:gradFill>
                <a:gsLst>
                  <a:gs pos="0">
                    <a:srgbClr val="7D1E2E"/>
                  </a:gs>
                  <a:gs pos="100000">
                    <a:srgbClr val="0070C0"/>
                  </a:gs>
                </a:gsLst>
                <a:lin ang="2700000"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21519534-43CA-DD6D-87AB-0D7F54D2FB4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030788" y="3214036"/>
            <a:ext cx="2416628" cy="600164"/>
          </a:xfrm>
          <a:prstGeom prst="rect">
            <a:avLst/>
          </a:prstGeom>
          <a:noFill/>
          <a:effectLst>
            <a:innerShdw blurRad="63500" dist="17526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pPr marL="0" marR="0" lvl="0" indent="0" algn="r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-150" normalizeH="0" baseline="0" dirty="0">
                <a:gradFill>
                  <a:gsLst>
                    <a:gs pos="0">
                      <a:srgbClr val="7D1E2E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授课人：雷宇翔</a:t>
            </a:r>
            <a:endParaRPr kumimoji="0" lang="en-US" altLang="zh-CN" sz="3600" b="1" i="0" u="none" strike="noStrike" kern="0" cap="none" spc="-150" normalizeH="0" baseline="0" dirty="0">
              <a:gradFill>
                <a:gsLst>
                  <a:gs pos="0">
                    <a:srgbClr val="7D1E2E"/>
                  </a:gs>
                  <a:gs pos="100000">
                    <a:srgbClr val="0070C0"/>
                  </a:gs>
                </a:gsLst>
                <a:lin ang="2700000" scaled="0"/>
              </a:gra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30F29-614C-2087-09D2-5371677EF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75AC28C-B4EA-4028-032C-0F17A0ACD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8F2B0AB9-8D39-7BAC-CAC5-A7766E45296D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本节目标</a:t>
            </a:r>
            <a:endParaRPr lang="zh-CN" altLang="en-US" sz="4000" dirty="0">
              <a:solidFill>
                <a:srgbClr val="992D23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2768AB8-8880-53FB-968C-9EDBC553AD86}"/>
              </a:ext>
            </a:extLst>
          </p:cNvPr>
          <p:cNvSpPr txBox="1"/>
          <p:nvPr/>
        </p:nvSpPr>
        <p:spPr>
          <a:xfrm>
            <a:off x="1371600" y="2075579"/>
            <a:ext cx="9730154" cy="1579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6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了解上下文无关语言可达性问题（</a:t>
            </a:r>
            <a:r>
              <a:rPr lang="en-US" altLang="zh-CN" sz="24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CFL-Reachability</a:t>
            </a:r>
            <a:r>
              <a:rPr lang="zh-CN" altLang="en-US" sz="24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）与指针分析</a:t>
            </a:r>
            <a:endParaRPr lang="en-US" altLang="zh-CN" sz="24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26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26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992D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掌握</a:t>
            </a:r>
            <a:r>
              <a:rPr lang="en-US" altLang="zh-CN" sz="24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CFL-reachability</a:t>
            </a:r>
            <a:r>
              <a:rPr lang="zh-CN" altLang="en-US" sz="24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问题的解法及其在控制流分析与</a:t>
            </a:r>
            <a:r>
              <a:rPr lang="zh-CN" altLang="en-US" sz="2400" b="1" dirty="0">
                <a:solidFill>
                  <a:srgbClr val="992D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指针分析中的基本应用</a:t>
            </a:r>
            <a:endParaRPr lang="en-US" altLang="zh-C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431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36FFF-71FC-D68F-F6FE-1DE01B46F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57AB6A9-D6A9-6365-D82F-1F53E1C68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3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D21BF91E-8D49-36AD-3A40-685408B217AE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上节回顾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7B7E7D8-A2C5-9EA6-ED1B-CA49D9FB1EC1}"/>
              </a:ext>
            </a:extLst>
          </p:cNvPr>
          <p:cNvSpPr txBox="1"/>
          <p:nvPr/>
        </p:nvSpPr>
        <p:spPr>
          <a:xfrm>
            <a:off x="483390" y="752826"/>
            <a:ext cx="3824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上下文敏感的控制流分析</a:t>
            </a:r>
            <a:endParaRPr lang="en-US" altLang="zh-CN" sz="2000" b="1" dirty="0">
              <a:solidFill>
                <a:srgbClr val="992D23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5CA66BB-D091-646F-F838-C23644C59ED8}"/>
              </a:ext>
            </a:extLst>
          </p:cNvPr>
          <p:cNvGrpSpPr/>
          <p:nvPr/>
        </p:nvGrpSpPr>
        <p:grpSpPr>
          <a:xfrm>
            <a:off x="2197426" y="1184373"/>
            <a:ext cx="2814696" cy="4951621"/>
            <a:chOff x="7550201" y="1027616"/>
            <a:chExt cx="2814696" cy="4951621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3DFCEEE5-3466-8E93-A07F-AF8C3F4A767F}"/>
                </a:ext>
              </a:extLst>
            </p:cNvPr>
            <p:cNvSpPr/>
            <p:nvPr/>
          </p:nvSpPr>
          <p:spPr>
            <a:xfrm>
              <a:off x="8786956" y="1027616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7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4E879AC-19E0-3B40-F471-D9BBA233F098}"/>
                </a:ext>
              </a:extLst>
            </p:cNvPr>
            <p:cNvSpPr/>
            <p:nvPr/>
          </p:nvSpPr>
          <p:spPr>
            <a:xfrm>
              <a:off x="8786956" y="1642798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8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8BD889CB-DC90-9A9F-BD04-F92F105BC222}"/>
                </a:ext>
              </a:extLst>
            </p:cNvPr>
            <p:cNvSpPr/>
            <p:nvPr/>
          </p:nvSpPr>
          <p:spPr>
            <a:xfrm>
              <a:off x="8786956" y="2255518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9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D2FED4BD-EFA0-27B9-EC6F-CCD6CF574C17}"/>
                </a:ext>
              </a:extLst>
            </p:cNvPr>
            <p:cNvSpPr/>
            <p:nvPr/>
          </p:nvSpPr>
          <p:spPr>
            <a:xfrm>
              <a:off x="7550201" y="2620333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call1</a:t>
              </a:r>
              <a:endParaRPr lang="zh-CN" altLang="en-US" sz="16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FFF927B5-18E6-F5F6-46B5-167E32D253A8}"/>
                </a:ext>
              </a:extLst>
            </p:cNvPr>
            <p:cNvSpPr/>
            <p:nvPr/>
          </p:nvSpPr>
          <p:spPr>
            <a:xfrm>
              <a:off x="9811903" y="2620333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call2</a:t>
              </a:r>
              <a:endParaRPr lang="zh-CN" altLang="en-US" sz="16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8B4A078F-37DE-49DB-EF9E-C860DFBEEF6F}"/>
                </a:ext>
              </a:extLst>
            </p:cNvPr>
            <p:cNvSpPr/>
            <p:nvPr/>
          </p:nvSpPr>
          <p:spPr>
            <a:xfrm>
              <a:off x="7550201" y="4803064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ret1</a:t>
              </a:r>
              <a:endParaRPr lang="zh-CN" altLang="en-US" sz="16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EFC4390-AAC0-7493-01AE-B9A2D97C72C6}"/>
                </a:ext>
              </a:extLst>
            </p:cNvPr>
            <p:cNvSpPr/>
            <p:nvPr/>
          </p:nvSpPr>
          <p:spPr>
            <a:xfrm>
              <a:off x="9811903" y="4803064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ret2</a:t>
              </a:r>
              <a:endParaRPr lang="zh-CN" altLang="en-US" sz="16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955053D4-A61D-5328-974E-65EAB9008DEF}"/>
                </a:ext>
              </a:extLst>
            </p:cNvPr>
            <p:cNvSpPr/>
            <p:nvPr/>
          </p:nvSpPr>
          <p:spPr>
            <a:xfrm>
              <a:off x="8786956" y="3208533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8B9DB8A7-5F7D-C455-BE32-630620739C0D}"/>
                </a:ext>
              </a:extLst>
            </p:cNvPr>
            <p:cNvSpPr/>
            <p:nvPr/>
          </p:nvSpPr>
          <p:spPr>
            <a:xfrm>
              <a:off x="8786956" y="3823715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50DC8B8-6095-2376-3D1C-4F57B5AF2892}"/>
                </a:ext>
              </a:extLst>
            </p:cNvPr>
            <p:cNvSpPr/>
            <p:nvPr/>
          </p:nvSpPr>
          <p:spPr>
            <a:xfrm>
              <a:off x="8786956" y="4436435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7B0D8FA9-063B-9582-21F3-6C10B8EB4FE4}"/>
                </a:ext>
              </a:extLst>
            </p:cNvPr>
            <p:cNvCxnSpPr>
              <a:cxnSpLocks/>
              <a:stCxn id="7" idx="4"/>
              <a:endCxn id="8" idx="0"/>
            </p:cNvCxnSpPr>
            <p:nvPr/>
          </p:nvCxnSpPr>
          <p:spPr>
            <a:xfrm>
              <a:off x="8965482" y="1384667"/>
              <a:ext cx="0" cy="258131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0893C9E8-3B8B-2318-EA97-D4BCF2E4EB4D}"/>
                </a:ext>
              </a:extLst>
            </p:cNvPr>
            <p:cNvCxnSpPr>
              <a:cxnSpLocks/>
              <a:stCxn id="8" idx="4"/>
              <a:endCxn id="9" idx="0"/>
            </p:cNvCxnSpPr>
            <p:nvPr/>
          </p:nvCxnSpPr>
          <p:spPr>
            <a:xfrm>
              <a:off x="8965482" y="1999849"/>
              <a:ext cx="0" cy="25566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4FD02273-5F72-6311-9482-3B756F955EE7}"/>
                </a:ext>
              </a:extLst>
            </p:cNvPr>
            <p:cNvCxnSpPr>
              <a:cxnSpLocks/>
              <a:stCxn id="14" idx="4"/>
              <a:endCxn id="15" idx="0"/>
            </p:cNvCxnSpPr>
            <p:nvPr/>
          </p:nvCxnSpPr>
          <p:spPr>
            <a:xfrm>
              <a:off x="8965482" y="3565584"/>
              <a:ext cx="0" cy="258131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213037A8-E01E-5144-B8AA-EAE94EC99D30}"/>
                </a:ext>
              </a:extLst>
            </p:cNvPr>
            <p:cNvCxnSpPr>
              <a:cxnSpLocks/>
              <a:stCxn id="15" idx="4"/>
              <a:endCxn id="16" idx="0"/>
            </p:cNvCxnSpPr>
            <p:nvPr/>
          </p:nvCxnSpPr>
          <p:spPr>
            <a:xfrm>
              <a:off x="8965482" y="4180766"/>
              <a:ext cx="0" cy="25566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87D141C4-9509-E9ED-1E2F-1956D2C012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72848" y="2542900"/>
              <a:ext cx="722812" cy="235132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BCB6A37E-C15D-906B-A460-86739BFF23DB}"/>
                </a:ext>
              </a:extLst>
            </p:cNvPr>
            <p:cNvCxnSpPr>
              <a:cxnSpLocks/>
            </p:cNvCxnSpPr>
            <p:nvPr/>
          </p:nvCxnSpPr>
          <p:spPr>
            <a:xfrm>
              <a:off x="9133117" y="2523306"/>
              <a:ext cx="716280" cy="21336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8F150621-9364-89E1-7F3A-0166BC759AA8}"/>
                </a:ext>
              </a:extLst>
            </p:cNvPr>
            <p:cNvCxnSpPr>
              <a:cxnSpLocks/>
            </p:cNvCxnSpPr>
            <p:nvPr/>
          </p:nvCxnSpPr>
          <p:spPr>
            <a:xfrm>
              <a:off x="8081557" y="3030580"/>
              <a:ext cx="705394" cy="261257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F304AC45-D89A-2D90-8721-1AFC501F2A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30577" y="3039289"/>
              <a:ext cx="701403" cy="25363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DE838AF6-9A0C-1865-AA02-C898C7D62F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79198" y="4727300"/>
              <a:ext cx="722812" cy="235132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79148C10-6FE0-5D99-711D-439786F384BC}"/>
                </a:ext>
              </a:extLst>
            </p:cNvPr>
            <p:cNvCxnSpPr>
              <a:cxnSpLocks/>
            </p:cNvCxnSpPr>
            <p:nvPr/>
          </p:nvCxnSpPr>
          <p:spPr>
            <a:xfrm>
              <a:off x="9139467" y="4707706"/>
              <a:ext cx="716280" cy="21336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87A9508-6925-D003-12D0-A8487DEC5C6F}"/>
                </a:ext>
              </a:extLst>
            </p:cNvPr>
            <p:cNvSpPr/>
            <p:nvPr/>
          </p:nvSpPr>
          <p:spPr>
            <a:xfrm>
              <a:off x="7648172" y="5622186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12</a:t>
              </a:r>
              <a:endParaRPr lang="zh-CN" altLang="en-US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34DFF707-5C97-7076-AB9C-743E01368670}"/>
                </a:ext>
              </a:extLst>
            </p:cNvPr>
            <p:cNvSpPr/>
            <p:nvPr/>
          </p:nvSpPr>
          <p:spPr>
            <a:xfrm>
              <a:off x="9909874" y="5622186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16</a:t>
              </a:r>
              <a:endParaRPr lang="zh-CN" altLang="en-US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7E7A04F7-1450-D827-8AB7-7165B2F08944}"/>
                </a:ext>
              </a:extLst>
            </p:cNvPr>
            <p:cNvCxnSpPr>
              <a:cxnSpLocks/>
              <a:stCxn id="12" idx="4"/>
              <a:endCxn id="27" idx="0"/>
            </p:cNvCxnSpPr>
            <p:nvPr/>
          </p:nvCxnSpPr>
          <p:spPr>
            <a:xfrm>
              <a:off x="7826698" y="5356058"/>
              <a:ext cx="0" cy="266128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16972302-18C2-42F7-A68A-593F62265051}"/>
                </a:ext>
              </a:extLst>
            </p:cNvPr>
            <p:cNvCxnSpPr>
              <a:cxnSpLocks/>
              <a:stCxn id="13" idx="4"/>
              <a:endCxn id="28" idx="0"/>
            </p:cNvCxnSpPr>
            <p:nvPr/>
          </p:nvCxnSpPr>
          <p:spPr>
            <a:xfrm>
              <a:off x="10088400" y="5356058"/>
              <a:ext cx="0" cy="26612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577EF402-A689-A7AA-373D-7E85760A44C2}"/>
              </a:ext>
            </a:extLst>
          </p:cNvPr>
          <p:cNvGrpSpPr/>
          <p:nvPr/>
        </p:nvGrpSpPr>
        <p:grpSpPr>
          <a:xfrm>
            <a:off x="7904463" y="1184373"/>
            <a:ext cx="2814696" cy="4951621"/>
            <a:chOff x="7550201" y="1027616"/>
            <a:chExt cx="2814696" cy="4951621"/>
          </a:xfrm>
        </p:grpSpPr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8EBD7FE4-A8EB-35FA-14D1-027F542EB330}"/>
                </a:ext>
              </a:extLst>
            </p:cNvPr>
            <p:cNvSpPr/>
            <p:nvPr/>
          </p:nvSpPr>
          <p:spPr>
            <a:xfrm>
              <a:off x="8786956" y="1027616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7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D68EA213-5F6D-E571-BB65-CEF663826C30}"/>
                </a:ext>
              </a:extLst>
            </p:cNvPr>
            <p:cNvSpPr/>
            <p:nvPr/>
          </p:nvSpPr>
          <p:spPr>
            <a:xfrm>
              <a:off x="8786956" y="1642798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8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E9157540-45FD-2ECF-D139-7EA7F1503C4B}"/>
                </a:ext>
              </a:extLst>
            </p:cNvPr>
            <p:cNvSpPr/>
            <p:nvPr/>
          </p:nvSpPr>
          <p:spPr>
            <a:xfrm>
              <a:off x="8786956" y="2255518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9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26F1D2AD-7265-3526-06EA-1970087DDD54}"/>
                </a:ext>
              </a:extLst>
            </p:cNvPr>
            <p:cNvSpPr/>
            <p:nvPr/>
          </p:nvSpPr>
          <p:spPr>
            <a:xfrm>
              <a:off x="7550201" y="2620333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call1</a:t>
              </a:r>
              <a:endParaRPr lang="zh-CN" altLang="en-US" sz="16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A9998800-520C-02CB-41A5-2871ECD2AE70}"/>
                </a:ext>
              </a:extLst>
            </p:cNvPr>
            <p:cNvSpPr/>
            <p:nvPr/>
          </p:nvSpPr>
          <p:spPr>
            <a:xfrm>
              <a:off x="9811903" y="2620333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call2</a:t>
              </a:r>
              <a:endParaRPr lang="zh-CN" altLang="en-US" sz="16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BA75E937-20D5-BA06-AB81-D53EB49DB719}"/>
                </a:ext>
              </a:extLst>
            </p:cNvPr>
            <p:cNvSpPr/>
            <p:nvPr/>
          </p:nvSpPr>
          <p:spPr>
            <a:xfrm>
              <a:off x="7550201" y="4803064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ret1</a:t>
              </a:r>
              <a:endParaRPr lang="zh-CN" altLang="en-US" sz="16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DB5BF19C-9EF7-73A8-D3EF-8DB7CF53F7B6}"/>
                </a:ext>
              </a:extLst>
            </p:cNvPr>
            <p:cNvSpPr/>
            <p:nvPr/>
          </p:nvSpPr>
          <p:spPr>
            <a:xfrm>
              <a:off x="9811903" y="4803064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ret2</a:t>
              </a:r>
              <a:endParaRPr lang="zh-CN" altLang="en-US" sz="16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FC9F4BE0-2D69-77F8-F934-6C9A33A77F02}"/>
                </a:ext>
              </a:extLst>
            </p:cNvPr>
            <p:cNvSpPr/>
            <p:nvPr/>
          </p:nvSpPr>
          <p:spPr>
            <a:xfrm>
              <a:off x="8786956" y="3208533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572CC8A3-6956-C5A4-3B5F-4D7F913944C4}"/>
                </a:ext>
              </a:extLst>
            </p:cNvPr>
            <p:cNvSpPr/>
            <p:nvPr/>
          </p:nvSpPr>
          <p:spPr>
            <a:xfrm>
              <a:off x="8786956" y="3823715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8F5FB50F-8084-EDDF-CD37-283EC67F2A68}"/>
                </a:ext>
              </a:extLst>
            </p:cNvPr>
            <p:cNvSpPr/>
            <p:nvPr/>
          </p:nvSpPr>
          <p:spPr>
            <a:xfrm>
              <a:off x="8786956" y="4436435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43BB84EE-E689-691C-B315-DBB20CEE6E16}"/>
                </a:ext>
              </a:extLst>
            </p:cNvPr>
            <p:cNvCxnSpPr>
              <a:cxnSpLocks/>
              <a:stCxn id="32" idx="4"/>
              <a:endCxn id="33" idx="0"/>
            </p:cNvCxnSpPr>
            <p:nvPr/>
          </p:nvCxnSpPr>
          <p:spPr>
            <a:xfrm>
              <a:off x="8965482" y="1384667"/>
              <a:ext cx="0" cy="25813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79C2DB4C-74C3-F32A-860F-AB19D9ED2256}"/>
                </a:ext>
              </a:extLst>
            </p:cNvPr>
            <p:cNvCxnSpPr>
              <a:cxnSpLocks/>
              <a:stCxn id="33" idx="4"/>
              <a:endCxn id="34" idx="0"/>
            </p:cNvCxnSpPr>
            <p:nvPr/>
          </p:nvCxnSpPr>
          <p:spPr>
            <a:xfrm>
              <a:off x="8965482" y="1999849"/>
              <a:ext cx="0" cy="25566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B3035C57-FC99-734A-65EF-15D9D49D44DC}"/>
                </a:ext>
              </a:extLst>
            </p:cNvPr>
            <p:cNvCxnSpPr>
              <a:cxnSpLocks/>
              <a:stCxn id="39" idx="4"/>
              <a:endCxn id="40" idx="0"/>
            </p:cNvCxnSpPr>
            <p:nvPr/>
          </p:nvCxnSpPr>
          <p:spPr>
            <a:xfrm>
              <a:off x="8965482" y="3565584"/>
              <a:ext cx="0" cy="25813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A36D174F-DD05-E4AF-54F4-5C9B256FD810}"/>
                </a:ext>
              </a:extLst>
            </p:cNvPr>
            <p:cNvCxnSpPr>
              <a:cxnSpLocks/>
              <a:stCxn id="40" idx="4"/>
              <a:endCxn id="41" idx="0"/>
            </p:cNvCxnSpPr>
            <p:nvPr/>
          </p:nvCxnSpPr>
          <p:spPr>
            <a:xfrm>
              <a:off x="8965482" y="4180766"/>
              <a:ext cx="0" cy="25566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DF6FDAAB-4E0C-9C49-D50F-763FC0DC5C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72848" y="2542900"/>
              <a:ext cx="722812" cy="23513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6B387F32-B389-8DE8-BF37-BA76BBACDA2E}"/>
                </a:ext>
              </a:extLst>
            </p:cNvPr>
            <p:cNvCxnSpPr>
              <a:cxnSpLocks/>
            </p:cNvCxnSpPr>
            <p:nvPr/>
          </p:nvCxnSpPr>
          <p:spPr>
            <a:xfrm>
              <a:off x="9133117" y="2523306"/>
              <a:ext cx="716280" cy="21336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E5636F55-A7F7-D980-43F7-274FD2FC6D4D}"/>
                </a:ext>
              </a:extLst>
            </p:cNvPr>
            <p:cNvCxnSpPr>
              <a:cxnSpLocks/>
            </p:cNvCxnSpPr>
            <p:nvPr/>
          </p:nvCxnSpPr>
          <p:spPr>
            <a:xfrm>
              <a:off x="8081557" y="3030580"/>
              <a:ext cx="705394" cy="26125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E3B8B4A9-51E8-0862-4D8C-B25DBB1F49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30577" y="3039289"/>
              <a:ext cx="701403" cy="25363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E43A65B4-F357-4227-0F39-A99D5BAA1B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79198" y="4727300"/>
              <a:ext cx="722812" cy="23513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285E6DF1-0159-05AF-8ACC-2CC3ED2830CE}"/>
                </a:ext>
              </a:extLst>
            </p:cNvPr>
            <p:cNvCxnSpPr>
              <a:cxnSpLocks/>
            </p:cNvCxnSpPr>
            <p:nvPr/>
          </p:nvCxnSpPr>
          <p:spPr>
            <a:xfrm>
              <a:off x="9139467" y="4707706"/>
              <a:ext cx="716280" cy="21336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B4DC6BC9-582A-F9FA-1D76-4BF7A68857BC}"/>
                </a:ext>
              </a:extLst>
            </p:cNvPr>
            <p:cNvSpPr/>
            <p:nvPr/>
          </p:nvSpPr>
          <p:spPr>
            <a:xfrm>
              <a:off x="7648172" y="5622186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12</a:t>
              </a:r>
              <a:endParaRPr lang="zh-CN" altLang="en-US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BD197B9B-0C70-B636-AEE6-F1C3F6B1977A}"/>
                </a:ext>
              </a:extLst>
            </p:cNvPr>
            <p:cNvSpPr/>
            <p:nvPr/>
          </p:nvSpPr>
          <p:spPr>
            <a:xfrm>
              <a:off x="9909874" y="5622186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16</a:t>
              </a:r>
              <a:endParaRPr lang="zh-CN" altLang="en-US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94A27480-3371-9033-400B-61F709510FCB}"/>
                </a:ext>
              </a:extLst>
            </p:cNvPr>
            <p:cNvCxnSpPr>
              <a:cxnSpLocks/>
              <a:stCxn id="37" idx="4"/>
              <a:endCxn id="52" idx="0"/>
            </p:cNvCxnSpPr>
            <p:nvPr/>
          </p:nvCxnSpPr>
          <p:spPr>
            <a:xfrm>
              <a:off x="7826698" y="5356058"/>
              <a:ext cx="0" cy="26612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F05FCF19-96D6-8316-39BC-1C362586A73C}"/>
                </a:ext>
              </a:extLst>
            </p:cNvPr>
            <p:cNvCxnSpPr>
              <a:cxnSpLocks/>
              <a:stCxn id="38" idx="4"/>
              <a:endCxn id="53" idx="0"/>
            </p:cNvCxnSpPr>
            <p:nvPr/>
          </p:nvCxnSpPr>
          <p:spPr>
            <a:xfrm>
              <a:off x="10088400" y="5356058"/>
              <a:ext cx="0" cy="26612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58C42686-C79A-9530-238D-0BDC4DFDC216}"/>
              </a:ext>
            </a:extLst>
          </p:cNvPr>
          <p:cNvSpPr txBox="1"/>
          <p:nvPr/>
        </p:nvSpPr>
        <p:spPr>
          <a:xfrm>
            <a:off x="1646519" y="3967230"/>
            <a:ext cx="1736648" cy="769441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Cascadia Code" panose="020B0609020000020004" pitchFamily="49" charset="0"/>
              </a:rPr>
              <a:t>√</a:t>
            </a:r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available:</a:t>
            </a:r>
          </a:p>
          <a:p>
            <a:pPr algn="ctr"/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 ID = call ID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4849315-C2E0-5A47-10A4-34BEF9688F1C}"/>
              </a:ext>
            </a:extLst>
          </p:cNvPr>
          <p:cNvSpPr txBox="1"/>
          <p:nvPr/>
        </p:nvSpPr>
        <p:spPr>
          <a:xfrm>
            <a:off x="2534093" y="3337811"/>
            <a:ext cx="849075" cy="338554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call1</a:t>
            </a:r>
            <a:endParaRPr lang="zh-CN" altLang="en-US" sz="1600" dirty="0">
              <a:solidFill>
                <a:srgbClr val="00B05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C73BAA96-DF7B-ACF1-336B-5432FA02B8AE}"/>
              </a:ext>
            </a:extLst>
          </p:cNvPr>
          <p:cNvSpPr txBox="1"/>
          <p:nvPr/>
        </p:nvSpPr>
        <p:spPr>
          <a:xfrm>
            <a:off x="2768888" y="5119189"/>
            <a:ext cx="849075" cy="338554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ret1</a:t>
            </a:r>
            <a:endParaRPr lang="zh-CN" altLang="en-US" sz="1600" dirty="0">
              <a:solidFill>
                <a:srgbClr val="00B05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A7456C05-DB09-102E-83E4-C7BEBEF94A85}"/>
                  </a:ext>
                </a:extLst>
              </p:cNvPr>
              <p:cNvSpPr txBox="1"/>
              <p:nvPr/>
            </p:nvSpPr>
            <p:spPr>
              <a:xfrm>
                <a:off x="7215561" y="3844022"/>
                <a:ext cx="1747130" cy="769441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8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Cascadia Code" panose="020B0609020000020004" pitchFamily="49" charset="0"/>
                  </a:rPr>
                  <a:t>×</a:t>
                </a:r>
                <a:r>
                  <a:rPr lang="en-US" altLang="zh-CN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unavailable:</a:t>
                </a:r>
              </a:p>
              <a:p>
                <a:pPr algn="ctr"/>
                <a:r>
                  <a:rPr lang="en-US" altLang="zh-CN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 ID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≠</m:t>
                    </m:r>
                  </m:oMath>
                </a14:m>
                <a:r>
                  <a:rPr lang="en-US" altLang="zh-CN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call ID</a:t>
                </a: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A7456C05-DB09-102E-83E4-C7BEBEF94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5561" y="3844022"/>
                <a:ext cx="1747130" cy="769441"/>
              </a:xfrm>
              <a:prstGeom prst="rect">
                <a:avLst/>
              </a:prstGeom>
              <a:blipFill>
                <a:blip r:embed="rId3"/>
                <a:stretch>
                  <a:fillRect l="-3497" t="-8730" b="-9524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文本框 59">
            <a:extLst>
              <a:ext uri="{FF2B5EF4-FFF2-40B4-BE49-F238E27FC236}">
                <a16:creationId xmlns:a16="http://schemas.microsoft.com/office/drawing/2014/main" id="{DA6F9E08-39DE-0952-40BA-FD0A9839E19E}"/>
              </a:ext>
            </a:extLst>
          </p:cNvPr>
          <p:cNvSpPr txBox="1"/>
          <p:nvPr/>
        </p:nvSpPr>
        <p:spPr>
          <a:xfrm>
            <a:off x="9772112" y="3251086"/>
            <a:ext cx="849075" cy="338554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call2</a:t>
            </a:r>
            <a:endParaRPr lang="zh-CN" altLang="en-US" sz="16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ADD772E-DE16-9023-855E-22904E71BEF0}"/>
              </a:ext>
            </a:extLst>
          </p:cNvPr>
          <p:cNvSpPr txBox="1"/>
          <p:nvPr/>
        </p:nvSpPr>
        <p:spPr>
          <a:xfrm>
            <a:off x="8635984" y="5018790"/>
            <a:ext cx="849075" cy="338554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ret1</a:t>
            </a:r>
            <a:endParaRPr lang="zh-CN" altLang="en-US" sz="16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065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B0208-4FEB-BEC7-35C8-882ACD8A1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092907-E8B5-C693-8FCC-FD108B850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4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5D3AC13B-A9EB-F499-44DD-C446C9B2102C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上节回顾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6C94885-D545-B697-5EE8-1CB5861D9E9C}"/>
              </a:ext>
            </a:extLst>
          </p:cNvPr>
          <p:cNvSpPr txBox="1"/>
          <p:nvPr/>
        </p:nvSpPr>
        <p:spPr>
          <a:xfrm>
            <a:off x="483390" y="752826"/>
            <a:ext cx="3824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上下文敏感的控制流分析</a:t>
            </a:r>
            <a:endParaRPr lang="en-US" altLang="zh-CN" sz="2000" b="1" dirty="0">
              <a:solidFill>
                <a:srgbClr val="992D23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9C04F10-2B40-23FB-8A61-BED036CE06E3}"/>
              </a:ext>
            </a:extLst>
          </p:cNvPr>
          <p:cNvGrpSpPr/>
          <p:nvPr/>
        </p:nvGrpSpPr>
        <p:grpSpPr>
          <a:xfrm>
            <a:off x="2197426" y="1184373"/>
            <a:ext cx="2814696" cy="4951621"/>
            <a:chOff x="7550201" y="1027616"/>
            <a:chExt cx="2814696" cy="4951621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218E5A6-CFF7-6B5A-6001-25B7E34E5ABA}"/>
                </a:ext>
              </a:extLst>
            </p:cNvPr>
            <p:cNvSpPr/>
            <p:nvPr/>
          </p:nvSpPr>
          <p:spPr>
            <a:xfrm>
              <a:off x="8786956" y="1027616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7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B5BE798-B668-DE33-E27E-53AB0C57D8F1}"/>
                </a:ext>
              </a:extLst>
            </p:cNvPr>
            <p:cNvSpPr/>
            <p:nvPr/>
          </p:nvSpPr>
          <p:spPr>
            <a:xfrm>
              <a:off x="8786956" y="1642798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8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639D64BD-FD11-8C57-6887-9C8868F5E29B}"/>
                </a:ext>
              </a:extLst>
            </p:cNvPr>
            <p:cNvSpPr/>
            <p:nvPr/>
          </p:nvSpPr>
          <p:spPr>
            <a:xfrm>
              <a:off x="8786956" y="2255518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9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97975B4D-7EE6-F52F-E3A8-6B2D90B57E68}"/>
                </a:ext>
              </a:extLst>
            </p:cNvPr>
            <p:cNvSpPr/>
            <p:nvPr/>
          </p:nvSpPr>
          <p:spPr>
            <a:xfrm>
              <a:off x="7550201" y="2620333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call1</a:t>
              </a:r>
              <a:endParaRPr lang="zh-CN" altLang="en-US" sz="16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9439AC16-1660-D253-C594-BDCDC618599C}"/>
                </a:ext>
              </a:extLst>
            </p:cNvPr>
            <p:cNvSpPr/>
            <p:nvPr/>
          </p:nvSpPr>
          <p:spPr>
            <a:xfrm>
              <a:off x="9811903" y="2620333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call2</a:t>
              </a:r>
              <a:endParaRPr lang="zh-CN" altLang="en-US" sz="16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1BC45BC5-3DEC-4C58-496F-BEA90737DC07}"/>
                </a:ext>
              </a:extLst>
            </p:cNvPr>
            <p:cNvSpPr/>
            <p:nvPr/>
          </p:nvSpPr>
          <p:spPr>
            <a:xfrm>
              <a:off x="7550201" y="4803064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ret1</a:t>
              </a:r>
              <a:endParaRPr lang="zh-CN" altLang="en-US" sz="16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019FA2E-FD62-907F-7D21-467DBEBCE428}"/>
                </a:ext>
              </a:extLst>
            </p:cNvPr>
            <p:cNvSpPr/>
            <p:nvPr/>
          </p:nvSpPr>
          <p:spPr>
            <a:xfrm>
              <a:off x="9811903" y="4803064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ret2</a:t>
              </a:r>
              <a:endParaRPr lang="zh-CN" altLang="en-US" sz="16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66DC907E-198D-D69E-ADD8-9BA5F11CAF30}"/>
                </a:ext>
              </a:extLst>
            </p:cNvPr>
            <p:cNvSpPr/>
            <p:nvPr/>
          </p:nvSpPr>
          <p:spPr>
            <a:xfrm>
              <a:off x="8786956" y="3208533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A7536DAD-EA4E-10D9-E39E-A23F46A0AE7B}"/>
                </a:ext>
              </a:extLst>
            </p:cNvPr>
            <p:cNvSpPr/>
            <p:nvPr/>
          </p:nvSpPr>
          <p:spPr>
            <a:xfrm>
              <a:off x="8786956" y="3823715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8D547819-1B07-BF95-8E50-5E8A9E72772A}"/>
                </a:ext>
              </a:extLst>
            </p:cNvPr>
            <p:cNvSpPr/>
            <p:nvPr/>
          </p:nvSpPr>
          <p:spPr>
            <a:xfrm>
              <a:off x="8786956" y="4436435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8B77D9FE-1F5B-1615-C8FB-C2C5EB6BE281}"/>
                </a:ext>
              </a:extLst>
            </p:cNvPr>
            <p:cNvCxnSpPr>
              <a:cxnSpLocks/>
              <a:stCxn id="7" idx="4"/>
              <a:endCxn id="8" idx="0"/>
            </p:cNvCxnSpPr>
            <p:nvPr/>
          </p:nvCxnSpPr>
          <p:spPr>
            <a:xfrm>
              <a:off x="8965482" y="1384667"/>
              <a:ext cx="0" cy="258131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8922064D-22C8-6E05-FADA-C63CB0A270F2}"/>
                </a:ext>
              </a:extLst>
            </p:cNvPr>
            <p:cNvCxnSpPr>
              <a:cxnSpLocks/>
              <a:stCxn id="8" idx="4"/>
              <a:endCxn id="9" idx="0"/>
            </p:cNvCxnSpPr>
            <p:nvPr/>
          </p:nvCxnSpPr>
          <p:spPr>
            <a:xfrm>
              <a:off x="8965482" y="1999849"/>
              <a:ext cx="0" cy="25566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7A52FE44-49F1-F679-1279-9AE13AA67ACA}"/>
                </a:ext>
              </a:extLst>
            </p:cNvPr>
            <p:cNvCxnSpPr>
              <a:cxnSpLocks/>
              <a:stCxn id="14" idx="4"/>
              <a:endCxn id="15" idx="0"/>
            </p:cNvCxnSpPr>
            <p:nvPr/>
          </p:nvCxnSpPr>
          <p:spPr>
            <a:xfrm>
              <a:off x="8965482" y="3565584"/>
              <a:ext cx="0" cy="258131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6EA8481A-9982-5523-DBDB-6B2847B2F087}"/>
                </a:ext>
              </a:extLst>
            </p:cNvPr>
            <p:cNvCxnSpPr>
              <a:cxnSpLocks/>
              <a:stCxn id="15" idx="4"/>
              <a:endCxn id="16" idx="0"/>
            </p:cNvCxnSpPr>
            <p:nvPr/>
          </p:nvCxnSpPr>
          <p:spPr>
            <a:xfrm>
              <a:off x="8965482" y="4180766"/>
              <a:ext cx="0" cy="25566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C0C26C61-D2AB-738D-A883-B0D8083359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72848" y="2542900"/>
              <a:ext cx="722812" cy="235132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6AF0B7A5-3BF1-4DAE-7097-8A496DCB69BC}"/>
                </a:ext>
              </a:extLst>
            </p:cNvPr>
            <p:cNvCxnSpPr>
              <a:cxnSpLocks/>
            </p:cNvCxnSpPr>
            <p:nvPr/>
          </p:nvCxnSpPr>
          <p:spPr>
            <a:xfrm>
              <a:off x="9133117" y="2523306"/>
              <a:ext cx="716280" cy="21336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85D62739-B668-D72C-AFEB-8BB5767DC482}"/>
                </a:ext>
              </a:extLst>
            </p:cNvPr>
            <p:cNvCxnSpPr>
              <a:cxnSpLocks/>
            </p:cNvCxnSpPr>
            <p:nvPr/>
          </p:nvCxnSpPr>
          <p:spPr>
            <a:xfrm>
              <a:off x="8081557" y="3030580"/>
              <a:ext cx="705394" cy="261257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88213B02-A736-9803-D944-8676FB723B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30577" y="3039289"/>
              <a:ext cx="701403" cy="25363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4F25AD82-0A66-B23B-F613-0A9BCE6632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79198" y="4727300"/>
              <a:ext cx="722812" cy="235132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3AA4C65B-9817-C041-25A6-7EB65E90B101}"/>
                </a:ext>
              </a:extLst>
            </p:cNvPr>
            <p:cNvCxnSpPr>
              <a:cxnSpLocks/>
            </p:cNvCxnSpPr>
            <p:nvPr/>
          </p:nvCxnSpPr>
          <p:spPr>
            <a:xfrm>
              <a:off x="9139467" y="4707706"/>
              <a:ext cx="716280" cy="21336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780CE0BC-8DC2-76D1-1342-3255092ACF76}"/>
                </a:ext>
              </a:extLst>
            </p:cNvPr>
            <p:cNvSpPr/>
            <p:nvPr/>
          </p:nvSpPr>
          <p:spPr>
            <a:xfrm>
              <a:off x="7648172" y="5622186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12</a:t>
              </a:r>
              <a:endParaRPr lang="zh-CN" altLang="en-US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A14AB581-BEAB-F9FD-6B1D-BB83238357C5}"/>
                </a:ext>
              </a:extLst>
            </p:cNvPr>
            <p:cNvSpPr/>
            <p:nvPr/>
          </p:nvSpPr>
          <p:spPr>
            <a:xfrm>
              <a:off x="9909874" y="5622186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16</a:t>
              </a:r>
              <a:endParaRPr lang="zh-CN" altLang="en-US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44E92A6-AE3F-8FB1-7EF0-283563B87892}"/>
                </a:ext>
              </a:extLst>
            </p:cNvPr>
            <p:cNvCxnSpPr>
              <a:cxnSpLocks/>
              <a:stCxn id="12" idx="4"/>
              <a:endCxn id="27" idx="0"/>
            </p:cNvCxnSpPr>
            <p:nvPr/>
          </p:nvCxnSpPr>
          <p:spPr>
            <a:xfrm>
              <a:off x="7826698" y="5356058"/>
              <a:ext cx="0" cy="266128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18D4B889-B488-C3FF-08CF-1068C9C3F81C}"/>
                </a:ext>
              </a:extLst>
            </p:cNvPr>
            <p:cNvCxnSpPr>
              <a:cxnSpLocks/>
              <a:stCxn id="13" idx="4"/>
              <a:endCxn id="28" idx="0"/>
            </p:cNvCxnSpPr>
            <p:nvPr/>
          </p:nvCxnSpPr>
          <p:spPr>
            <a:xfrm>
              <a:off x="10088400" y="5356058"/>
              <a:ext cx="0" cy="26612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8B1C4670-7C72-67E2-C25B-965CA4BF1BD1}"/>
              </a:ext>
            </a:extLst>
          </p:cNvPr>
          <p:cNvGrpSpPr/>
          <p:nvPr/>
        </p:nvGrpSpPr>
        <p:grpSpPr>
          <a:xfrm>
            <a:off x="7904463" y="1184373"/>
            <a:ext cx="2814696" cy="4951621"/>
            <a:chOff x="7550201" y="1027616"/>
            <a:chExt cx="2814696" cy="4951621"/>
          </a:xfrm>
        </p:grpSpPr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F213A4E0-410C-193F-0040-FBF4EDB79C71}"/>
                </a:ext>
              </a:extLst>
            </p:cNvPr>
            <p:cNvSpPr/>
            <p:nvPr/>
          </p:nvSpPr>
          <p:spPr>
            <a:xfrm>
              <a:off x="8786956" y="1027616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7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EAA4B7E1-2785-D833-2E99-4A4594E3AAA1}"/>
                </a:ext>
              </a:extLst>
            </p:cNvPr>
            <p:cNvSpPr/>
            <p:nvPr/>
          </p:nvSpPr>
          <p:spPr>
            <a:xfrm>
              <a:off x="8786956" y="1642798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8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B2A693CB-C053-5C40-1628-5D4C3B112B9A}"/>
                </a:ext>
              </a:extLst>
            </p:cNvPr>
            <p:cNvSpPr/>
            <p:nvPr/>
          </p:nvSpPr>
          <p:spPr>
            <a:xfrm>
              <a:off x="8786956" y="2255518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9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DC3128DE-DA0D-D40A-E01A-061AA48842D3}"/>
                </a:ext>
              </a:extLst>
            </p:cNvPr>
            <p:cNvSpPr/>
            <p:nvPr/>
          </p:nvSpPr>
          <p:spPr>
            <a:xfrm>
              <a:off x="7550201" y="2620333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call1</a:t>
              </a:r>
              <a:endParaRPr lang="zh-CN" altLang="en-US" sz="16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938EE559-71E4-4E37-C387-717C27C1C628}"/>
                </a:ext>
              </a:extLst>
            </p:cNvPr>
            <p:cNvSpPr/>
            <p:nvPr/>
          </p:nvSpPr>
          <p:spPr>
            <a:xfrm>
              <a:off x="9811903" y="2620333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call2</a:t>
              </a:r>
              <a:endParaRPr lang="zh-CN" altLang="en-US" sz="16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9EAC08E6-39AB-28D1-A73F-8EE6FB97C610}"/>
                </a:ext>
              </a:extLst>
            </p:cNvPr>
            <p:cNvSpPr/>
            <p:nvPr/>
          </p:nvSpPr>
          <p:spPr>
            <a:xfrm>
              <a:off x="7550201" y="4803064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ret1</a:t>
              </a:r>
              <a:endParaRPr lang="zh-CN" altLang="en-US" sz="16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23BEDF36-F798-2E41-BBDC-02C0ACA2C532}"/>
                </a:ext>
              </a:extLst>
            </p:cNvPr>
            <p:cNvSpPr/>
            <p:nvPr/>
          </p:nvSpPr>
          <p:spPr>
            <a:xfrm>
              <a:off x="9811903" y="4803064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ret2</a:t>
              </a:r>
              <a:endParaRPr lang="zh-CN" altLang="en-US" sz="16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38816892-B90C-6FB8-7814-166908EAADB3}"/>
                </a:ext>
              </a:extLst>
            </p:cNvPr>
            <p:cNvSpPr/>
            <p:nvPr/>
          </p:nvSpPr>
          <p:spPr>
            <a:xfrm>
              <a:off x="8786956" y="3208533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DC93F5E0-3D44-016C-6EC4-48BAD6CB9FDD}"/>
                </a:ext>
              </a:extLst>
            </p:cNvPr>
            <p:cNvSpPr/>
            <p:nvPr/>
          </p:nvSpPr>
          <p:spPr>
            <a:xfrm>
              <a:off x="8786956" y="3823715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6F430710-04E7-3E9E-DCA7-45441B396827}"/>
                </a:ext>
              </a:extLst>
            </p:cNvPr>
            <p:cNvSpPr/>
            <p:nvPr/>
          </p:nvSpPr>
          <p:spPr>
            <a:xfrm>
              <a:off x="8786956" y="4436435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lang="zh-CN" altLang="en-US" sz="2000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269A10B3-2AEF-8D88-91C4-97F66C047F20}"/>
                </a:ext>
              </a:extLst>
            </p:cNvPr>
            <p:cNvCxnSpPr>
              <a:cxnSpLocks/>
              <a:stCxn id="32" idx="4"/>
              <a:endCxn id="33" idx="0"/>
            </p:cNvCxnSpPr>
            <p:nvPr/>
          </p:nvCxnSpPr>
          <p:spPr>
            <a:xfrm>
              <a:off x="8965482" y="1384667"/>
              <a:ext cx="0" cy="25813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D28CAA0B-9A71-0F68-E2B5-01E052A7653F}"/>
                </a:ext>
              </a:extLst>
            </p:cNvPr>
            <p:cNvCxnSpPr>
              <a:cxnSpLocks/>
              <a:stCxn id="33" idx="4"/>
              <a:endCxn id="34" idx="0"/>
            </p:cNvCxnSpPr>
            <p:nvPr/>
          </p:nvCxnSpPr>
          <p:spPr>
            <a:xfrm>
              <a:off x="8965482" y="1999849"/>
              <a:ext cx="0" cy="25566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2FF757EC-6ACB-FEAB-8203-1CC702BF4944}"/>
                </a:ext>
              </a:extLst>
            </p:cNvPr>
            <p:cNvCxnSpPr>
              <a:cxnSpLocks/>
              <a:stCxn id="39" idx="4"/>
              <a:endCxn id="40" idx="0"/>
            </p:cNvCxnSpPr>
            <p:nvPr/>
          </p:nvCxnSpPr>
          <p:spPr>
            <a:xfrm>
              <a:off x="8965482" y="3565584"/>
              <a:ext cx="0" cy="25813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2C04BCE9-9514-18D7-CB44-81A58293D4AA}"/>
                </a:ext>
              </a:extLst>
            </p:cNvPr>
            <p:cNvCxnSpPr>
              <a:cxnSpLocks/>
              <a:stCxn id="40" idx="4"/>
              <a:endCxn id="41" idx="0"/>
            </p:cNvCxnSpPr>
            <p:nvPr/>
          </p:nvCxnSpPr>
          <p:spPr>
            <a:xfrm>
              <a:off x="8965482" y="4180766"/>
              <a:ext cx="0" cy="25566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250DE4F8-11A3-D6C9-408D-BBB68E8587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72848" y="2542900"/>
              <a:ext cx="722812" cy="23513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6153131D-971B-34E3-5756-825E51616153}"/>
                </a:ext>
              </a:extLst>
            </p:cNvPr>
            <p:cNvCxnSpPr>
              <a:cxnSpLocks/>
            </p:cNvCxnSpPr>
            <p:nvPr/>
          </p:nvCxnSpPr>
          <p:spPr>
            <a:xfrm>
              <a:off x="9133117" y="2523306"/>
              <a:ext cx="716280" cy="21336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11E2A32D-2B6C-3451-6187-B7DFC7955709}"/>
                </a:ext>
              </a:extLst>
            </p:cNvPr>
            <p:cNvCxnSpPr>
              <a:cxnSpLocks/>
            </p:cNvCxnSpPr>
            <p:nvPr/>
          </p:nvCxnSpPr>
          <p:spPr>
            <a:xfrm>
              <a:off x="8081557" y="3030580"/>
              <a:ext cx="705394" cy="26125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ED6B6D98-2648-6628-358D-68BFF245B3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30577" y="3039289"/>
              <a:ext cx="701403" cy="25363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B7821807-A853-8823-9C55-58F8915DF5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79198" y="4727300"/>
              <a:ext cx="722812" cy="23513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5063C3B9-E7C2-3B5F-1888-2A14FF0F557F}"/>
                </a:ext>
              </a:extLst>
            </p:cNvPr>
            <p:cNvCxnSpPr>
              <a:cxnSpLocks/>
            </p:cNvCxnSpPr>
            <p:nvPr/>
          </p:nvCxnSpPr>
          <p:spPr>
            <a:xfrm>
              <a:off x="9139467" y="4707706"/>
              <a:ext cx="716280" cy="21336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5A92FFF9-FB48-69B9-D841-A9622C764C13}"/>
                </a:ext>
              </a:extLst>
            </p:cNvPr>
            <p:cNvSpPr/>
            <p:nvPr/>
          </p:nvSpPr>
          <p:spPr>
            <a:xfrm>
              <a:off x="7648172" y="5622186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12</a:t>
              </a:r>
              <a:endParaRPr lang="zh-CN" altLang="en-US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3E2C31A4-4ADB-F759-DCC9-0D3643724F85}"/>
                </a:ext>
              </a:extLst>
            </p:cNvPr>
            <p:cNvSpPr/>
            <p:nvPr/>
          </p:nvSpPr>
          <p:spPr>
            <a:xfrm>
              <a:off x="9909874" y="5622186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dirty="0">
                  <a:solidFill>
                    <a:srgbClr val="002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16</a:t>
              </a:r>
              <a:endParaRPr lang="zh-CN" altLang="en-US" dirty="0">
                <a:solidFill>
                  <a:srgbClr val="0026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A8BC96D9-7CED-53EB-449E-E3EE7C1A4EB2}"/>
                </a:ext>
              </a:extLst>
            </p:cNvPr>
            <p:cNvCxnSpPr>
              <a:cxnSpLocks/>
              <a:stCxn id="37" idx="4"/>
              <a:endCxn id="52" idx="0"/>
            </p:cNvCxnSpPr>
            <p:nvPr/>
          </p:nvCxnSpPr>
          <p:spPr>
            <a:xfrm>
              <a:off x="7826698" y="5356058"/>
              <a:ext cx="0" cy="26612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90D5EF5F-393C-5F36-17F9-1E9C9A2CAA1E}"/>
                </a:ext>
              </a:extLst>
            </p:cNvPr>
            <p:cNvCxnSpPr>
              <a:cxnSpLocks/>
              <a:stCxn id="38" idx="4"/>
              <a:endCxn id="53" idx="0"/>
            </p:cNvCxnSpPr>
            <p:nvPr/>
          </p:nvCxnSpPr>
          <p:spPr>
            <a:xfrm>
              <a:off x="10088400" y="5356058"/>
              <a:ext cx="0" cy="26612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387DF97C-B732-0AFE-D09F-C030F01143EC}"/>
              </a:ext>
            </a:extLst>
          </p:cNvPr>
          <p:cNvSpPr txBox="1"/>
          <p:nvPr/>
        </p:nvSpPr>
        <p:spPr>
          <a:xfrm>
            <a:off x="1646519" y="3967230"/>
            <a:ext cx="1736648" cy="769441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Cascadia Code" panose="020B0609020000020004" pitchFamily="49" charset="0"/>
              </a:rPr>
              <a:t>√</a:t>
            </a:r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available:</a:t>
            </a:r>
          </a:p>
          <a:p>
            <a:pPr algn="ctr"/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 ID = call ID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10BFE19-51EA-3578-37CB-97B41E16D3C2}"/>
              </a:ext>
            </a:extLst>
          </p:cNvPr>
          <p:cNvSpPr txBox="1"/>
          <p:nvPr/>
        </p:nvSpPr>
        <p:spPr>
          <a:xfrm>
            <a:off x="2534093" y="3337811"/>
            <a:ext cx="849075" cy="338554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call1</a:t>
            </a:r>
            <a:endParaRPr lang="zh-CN" altLang="en-US" sz="1600" dirty="0">
              <a:solidFill>
                <a:srgbClr val="00B05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18C84973-DFC2-3182-C517-35B56AA1971E}"/>
              </a:ext>
            </a:extLst>
          </p:cNvPr>
          <p:cNvSpPr txBox="1"/>
          <p:nvPr/>
        </p:nvSpPr>
        <p:spPr>
          <a:xfrm>
            <a:off x="2768888" y="5119189"/>
            <a:ext cx="849075" cy="338554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ret1</a:t>
            </a:r>
            <a:endParaRPr lang="zh-CN" altLang="en-US" sz="1600" dirty="0">
              <a:solidFill>
                <a:srgbClr val="00B05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8A92CB6B-ACE6-60A4-EB9C-D7297EAD8560}"/>
                  </a:ext>
                </a:extLst>
              </p:cNvPr>
              <p:cNvSpPr txBox="1"/>
              <p:nvPr/>
            </p:nvSpPr>
            <p:spPr>
              <a:xfrm>
                <a:off x="7215561" y="3844022"/>
                <a:ext cx="1747130" cy="769441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8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Cascadia Code" panose="020B0609020000020004" pitchFamily="49" charset="0"/>
                  </a:rPr>
                  <a:t>×</a:t>
                </a:r>
                <a:r>
                  <a:rPr lang="en-US" altLang="zh-CN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unavailable:</a:t>
                </a:r>
              </a:p>
              <a:p>
                <a:pPr algn="ctr"/>
                <a:r>
                  <a:rPr lang="en-US" altLang="zh-CN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 ID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≠</m:t>
                    </m:r>
                  </m:oMath>
                </a14:m>
                <a:r>
                  <a:rPr lang="en-US" altLang="zh-CN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call ID</a:t>
                </a: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8A92CB6B-ACE6-60A4-EB9C-D7297EAD8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5561" y="3844022"/>
                <a:ext cx="1747130" cy="769441"/>
              </a:xfrm>
              <a:prstGeom prst="rect">
                <a:avLst/>
              </a:prstGeom>
              <a:blipFill>
                <a:blip r:embed="rId3"/>
                <a:stretch>
                  <a:fillRect l="-3497" t="-8730" b="-9524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文本框 59">
            <a:extLst>
              <a:ext uri="{FF2B5EF4-FFF2-40B4-BE49-F238E27FC236}">
                <a16:creationId xmlns:a16="http://schemas.microsoft.com/office/drawing/2014/main" id="{15CA0A62-7C9D-17EC-989F-9FAC72F99AD5}"/>
              </a:ext>
            </a:extLst>
          </p:cNvPr>
          <p:cNvSpPr txBox="1"/>
          <p:nvPr/>
        </p:nvSpPr>
        <p:spPr>
          <a:xfrm>
            <a:off x="9772112" y="3251086"/>
            <a:ext cx="849075" cy="338554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call2</a:t>
            </a:r>
            <a:endParaRPr lang="zh-CN" altLang="en-US" sz="16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CC201EB-C8FD-A4C4-F2CD-E57AF71BB92B}"/>
              </a:ext>
            </a:extLst>
          </p:cNvPr>
          <p:cNvSpPr txBox="1"/>
          <p:nvPr/>
        </p:nvSpPr>
        <p:spPr>
          <a:xfrm>
            <a:off x="8635984" y="5018790"/>
            <a:ext cx="849075" cy="338554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ret1</a:t>
            </a:r>
            <a:endParaRPr lang="zh-CN" altLang="en-US" sz="16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话气泡: 圆角矩形 3">
                <a:extLst>
                  <a:ext uri="{FF2B5EF4-FFF2-40B4-BE49-F238E27FC236}">
                    <a16:creationId xmlns:a16="http://schemas.microsoft.com/office/drawing/2014/main" id="{E65C61E6-2EA9-8186-4EAB-B3545DB10611}"/>
                  </a:ext>
                </a:extLst>
              </p:cNvPr>
              <p:cNvSpPr/>
              <p:nvPr/>
            </p:nvSpPr>
            <p:spPr>
              <a:xfrm>
                <a:off x="5292467" y="1414482"/>
                <a:ext cx="2250729" cy="1478941"/>
              </a:xfrm>
              <a:prstGeom prst="wedgeRoundRectCallout">
                <a:avLst>
                  <a:gd name="adj1" fmla="val 35926"/>
                  <a:gd name="adj2" fmla="val 81019"/>
                  <a:gd name="adj3" fmla="val 16667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ts val="24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𝐶𝐹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∷=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𝐶𝐹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𝐶𝐹</m:t>
                    </m:r>
                  </m:oMath>
                </a14:m>
                <a:r>
                  <a:rPr lang="en-US" altLang="zh-CN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ts val="2400"/>
                  </a:lnSpc>
                </a:pPr>
                <a:r>
                  <a:rPr lang="en-US" altLang="zh-CN" b="0" dirty="0">
                    <a:solidFill>
                      <a:schemeClr val="tx1"/>
                    </a:solidFill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𝑐𝑎𝑙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𝐶𝐹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𝑟𝑒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b="0" dirty="0">
                    <a:solidFill>
                      <a:schemeClr val="tx1"/>
                    </a:solidFill>
                  </a:rPr>
                  <a:t> </a:t>
                </a:r>
              </a:p>
              <a:p>
                <a:pPr>
                  <a:lnSpc>
                    <a:spcPts val="2400"/>
                  </a:lnSpc>
                </a:pPr>
                <a:r>
                  <a:rPr lang="en-US" altLang="zh-CN" b="0" dirty="0">
                    <a:solidFill>
                      <a:schemeClr val="tx1"/>
                    </a:solidFill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𝑎𝑠𝑠𝑖𝑔𝑛</m:t>
                    </m:r>
                  </m:oMath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>
                  <a:lnSpc>
                    <a:spcPts val="2400"/>
                  </a:lnSpc>
                </a:pPr>
                <a:r>
                  <a:rPr lang="en-US" altLang="zh-CN" b="0" dirty="0">
                    <a:solidFill>
                      <a:schemeClr val="tx1"/>
                    </a:solidFill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" name="对话气泡: 圆角矩形 3">
                <a:extLst>
                  <a:ext uri="{FF2B5EF4-FFF2-40B4-BE49-F238E27FC236}">
                    <a16:creationId xmlns:a16="http://schemas.microsoft.com/office/drawing/2014/main" id="{E65C61E6-2EA9-8186-4EAB-B3545DB106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467" y="1414482"/>
                <a:ext cx="2250729" cy="1478941"/>
              </a:xfrm>
              <a:prstGeom prst="wedgeRoundRectCallout">
                <a:avLst>
                  <a:gd name="adj1" fmla="val 35926"/>
                  <a:gd name="adj2" fmla="val 81019"/>
                  <a:gd name="adj3" fmla="val 16667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440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080DF-7AFA-FD62-74D3-B43BDA0CE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5AB5F69-E42F-3767-F377-6FD06309B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5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ABE0ACDC-B159-D471-0E96-733D5B4095FE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上下文无关语言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242C7D5A-31B3-E2E2-9E4B-19C830278C77}"/>
                  </a:ext>
                </a:extLst>
              </p:cNvPr>
              <p:cNvSpPr txBox="1"/>
              <p:nvPr/>
            </p:nvSpPr>
            <p:spPr>
              <a:xfrm>
                <a:off x="666275" y="917911"/>
                <a:ext cx="10881293" cy="29411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上下文无关语言（</a:t>
                </a:r>
                <a:r>
                  <a:rPr lang="en-US" altLang="zh-CN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Context-Free Language, CFL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）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，是指由一个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上下文无关语法（</a:t>
                </a:r>
                <a:r>
                  <a:rPr lang="en-US" altLang="zh-CN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Context-Free Grammar, CFG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）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生成的字符串的集合。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上下文无关语法：</a:t>
                </a:r>
                <a:r>
                  <a:rPr lang="en-US" altLang="zh-CN" sz="2000" dirty="0"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=⟨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Σ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𝑆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⟩</m:t>
                    </m:r>
                  </m:oMath>
                </a14:m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742950" lvl="1" indent="-285750">
                  <a:lnSpc>
                    <a:spcPts val="26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Σ</m:t>
                    </m:r>
                  </m:oMath>
                </a14:m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– 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字母表（符号表），属于组成该语言的字符的集合</a:t>
                </a:r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𝑐𝑎𝑙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𝑟𝑒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𝑎𝑠𝑠𝑖𝑔𝑛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– 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非终结符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: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Σ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∪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𝑁</m:t>
                            </m:r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– 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生成式 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𝑆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– 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起始符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242C7D5A-31B3-E2E2-9E4B-19C830278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75" y="917911"/>
                <a:ext cx="10881293" cy="2941190"/>
              </a:xfrm>
              <a:prstGeom prst="rect">
                <a:avLst/>
              </a:prstGeom>
              <a:blipFill>
                <a:blip r:embed="rId3"/>
                <a:stretch>
                  <a:fillRect l="-560" t="-1037" b="-3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680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5AED8-A738-03AF-DB50-5E46439B2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C1DDD0C-B87D-A3F3-ED46-787FEF42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6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46D2FDB7-E477-40FF-C8FB-18FAB7A3CAD0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上下文无关语言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7C8DB3CF-F6F1-8857-72B8-D0DE8636738F}"/>
                  </a:ext>
                </a:extLst>
              </p:cNvPr>
              <p:cNvSpPr txBox="1"/>
              <p:nvPr/>
            </p:nvSpPr>
            <p:spPr>
              <a:xfrm>
                <a:off x="666275" y="917911"/>
                <a:ext cx="10881293" cy="29411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上下文无关语言（</a:t>
                </a:r>
                <a:r>
                  <a:rPr lang="en-US" altLang="zh-CN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Context-Free Language, CFL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）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，是指由一个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上下文无关语法（</a:t>
                </a:r>
                <a:r>
                  <a:rPr lang="en-US" altLang="zh-CN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Context-Free Grammar, CFG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）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生成的字符串的集合。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上下文无关语法：</a:t>
                </a:r>
                <a:r>
                  <a:rPr lang="en-US" altLang="zh-CN" sz="2000" dirty="0"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=⟨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Σ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𝑆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⟩</m:t>
                    </m:r>
                  </m:oMath>
                </a14:m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742950" lvl="1" indent="-285750">
                  <a:lnSpc>
                    <a:spcPts val="26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Σ</m:t>
                    </m:r>
                  </m:oMath>
                </a14:m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– 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字母表（符号表），属于组成该语言的字符的集合</a:t>
                </a:r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𝑐𝑎𝑙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𝑟𝑒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𝑎𝑠𝑠𝑖𝑔𝑛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– 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非终结符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: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Σ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∪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𝑁</m:t>
                            </m:r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– 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生成式 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𝑆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– 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起始符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7C8DB3CF-F6F1-8857-72B8-D0DE86367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75" y="917911"/>
                <a:ext cx="10881293" cy="2941190"/>
              </a:xfrm>
              <a:prstGeom prst="rect">
                <a:avLst/>
              </a:prstGeom>
              <a:blipFill>
                <a:blip r:embed="rId3"/>
                <a:stretch>
                  <a:fillRect l="-560" t="-1037" b="-3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981E5BB-8083-DFA2-33DC-0F07E51BB2BD}"/>
                  </a:ext>
                </a:extLst>
              </p:cNvPr>
              <p:cNvSpPr txBox="1"/>
              <p:nvPr/>
            </p:nvSpPr>
            <p:spPr>
              <a:xfrm>
                <a:off x="666275" y="4041212"/>
                <a:ext cx="10881293" cy="1948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600"/>
                  </a:spcBef>
                </a:pPr>
                <a:r>
                  <a:rPr lang="zh-CN" altLang="en-US" sz="2000" b="1" dirty="0">
                    <a:solidFill>
                      <a:schemeClr val="accent4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𝐶𝐹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∷=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𝐶𝐹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𝐶𝐹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𝑐𝑎𝑙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𝐶𝐹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𝑟𝑒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sz="2000" dirty="0"/>
                          <m:t> </m:t>
                        </m:r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𝑎𝑠𝑠𝑖𝑔𝑛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𝜖</m:t>
                    </m:r>
                    <m:r>
                      <m:rPr>
                        <m:nor/>
                      </m:rPr>
                      <a:rPr lang="zh-CN" altLang="en-US" sz="2000" dirty="0"/>
                      <m:t> </m:t>
                    </m:r>
                  </m:oMath>
                </a14:m>
                <a:endParaRPr lang="en-US" altLang="zh-CN" sz="2000" dirty="0"/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Σ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 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𝑐𝑎𝑙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𝑎𝑠𝑠𝑖𝑔𝑛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={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𝑆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</m:oMath>
                </a14:m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400"/>
                  </a:lnSpc>
                  <a:buFont typeface="Arial" panose="020B0604020202020204" pitchFamily="34" charset="0"/>
                  <a:buChar char="•"/>
                </a:pPr>
                <a:endParaRPr lang="en-US" altLang="zh-CN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981E5BB-8083-DFA2-33DC-0F07E51BB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75" y="4041212"/>
                <a:ext cx="10881293" cy="1948610"/>
              </a:xfrm>
              <a:prstGeom prst="rect">
                <a:avLst/>
              </a:prstGeom>
              <a:blipFill>
                <a:blip r:embed="rId4"/>
                <a:stretch>
                  <a:fillRect l="-560" t="-15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1174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7C802-5F5F-98B7-694A-501AB5367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833D106-4C62-8D5E-109B-4BE09C6A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7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70DAEDF6-2F5A-2913-E039-B8B228B81D44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en-US" altLang="zh-CN" sz="3200" dirty="0">
                <a:solidFill>
                  <a:srgbClr val="992D23"/>
                </a:solidFill>
                <a:latin typeface="+mn-ea"/>
                <a:ea typeface="+mn-ea"/>
                <a:cs typeface="Calibri" panose="020F0502020204030204" pitchFamily="34" charset="0"/>
                <a:sym typeface="+mn-lt"/>
              </a:rPr>
              <a:t>CFL-Reachability</a:t>
            </a:r>
            <a:endParaRPr lang="zh-CN" altLang="en-US" sz="3200" dirty="0">
              <a:solidFill>
                <a:srgbClr val="992D23"/>
              </a:solidFill>
              <a:latin typeface="+mn-ea"/>
              <a:ea typeface="+mn-ea"/>
              <a:cs typeface="Calibri" panose="020F0502020204030204" pitchFamily="34" charset="0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62455F85-C2CA-68C1-C949-F61F8060B981}"/>
                  </a:ext>
                </a:extLst>
              </p:cNvPr>
              <p:cNvSpPr txBox="1"/>
              <p:nvPr/>
            </p:nvSpPr>
            <p:spPr>
              <a:xfrm>
                <a:off x="666275" y="917911"/>
                <a:ext cx="10881293" cy="2149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上下文无关语言可达性分析（</a:t>
                </a:r>
                <a:r>
                  <a:rPr lang="en-US" altLang="zh-CN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CFL-Reachability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）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，是指利用上下文无关语法对一个有向图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𝐺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=⟨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𝐸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⟩</m:t>
                    </m:r>
                  </m:oMath>
                </a14:m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上的点进行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可达性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分析的问题。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其中：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图上的每条边都带有一个标签；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∀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</m:groupCh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𝑗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𝐸</m:t>
                    </m:r>
                  </m:oMath>
                </a14:m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𝑙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Σ</m:t>
                    </m:r>
                  </m:oMath>
                </a14:m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。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62455F85-C2CA-68C1-C949-F61F8060B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75" y="917911"/>
                <a:ext cx="10881293" cy="2149627"/>
              </a:xfrm>
              <a:prstGeom prst="rect">
                <a:avLst/>
              </a:prstGeom>
              <a:blipFill>
                <a:blip r:embed="rId3"/>
                <a:stretch>
                  <a:fillRect l="-560" t="-1420" b="-34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6677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9C818-D6EA-F3F2-9D2F-2FA060DF3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47C924A-E45C-B2CE-8F68-2E4C01646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8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FB41F610-C129-7B40-E113-CB32E9D66F2B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en-US" altLang="zh-CN" sz="3200" dirty="0">
                <a:solidFill>
                  <a:srgbClr val="992D23"/>
                </a:solidFill>
                <a:latin typeface="+mn-ea"/>
                <a:ea typeface="+mn-ea"/>
                <a:cs typeface="Calibri" panose="020F0502020204030204" pitchFamily="34" charset="0"/>
                <a:sym typeface="+mn-lt"/>
              </a:rPr>
              <a:t>CFL-Reachability</a:t>
            </a:r>
            <a:endParaRPr lang="zh-CN" altLang="en-US" sz="3200" dirty="0">
              <a:solidFill>
                <a:srgbClr val="992D23"/>
              </a:solidFill>
              <a:latin typeface="+mn-ea"/>
              <a:ea typeface="+mn-ea"/>
              <a:cs typeface="Calibri" panose="020F0502020204030204" pitchFamily="34" charset="0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A6011255-BA18-BDEA-1CE9-E70E9234E259}"/>
                  </a:ext>
                </a:extLst>
              </p:cNvPr>
              <p:cNvSpPr txBox="1"/>
              <p:nvPr/>
            </p:nvSpPr>
            <p:spPr>
              <a:xfrm>
                <a:off x="666275" y="917911"/>
                <a:ext cx="10881293" cy="2538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上下文无关语言可达性分析（</a:t>
                </a:r>
                <a:r>
                  <a:rPr lang="en-US" altLang="zh-CN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CFL-Reachability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）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，是指利用上下文无关语法对一个有向图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𝐺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=⟨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𝐸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⟩</m:t>
                    </m:r>
                  </m:oMath>
                </a14:m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上的点进行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可达性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分析的问题。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其中：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图上的每条边都带有一个标签；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∀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</m:groupCh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𝑗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𝐸</m:t>
                    </m:r>
                  </m:oMath>
                </a14:m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𝑙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Σ</m:t>
                    </m:r>
                  </m:oMath>
                </a14:m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。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ts val="2600"/>
                  </a:lnSpc>
                  <a:spcBef>
                    <a:spcPts val="600"/>
                  </a:spcBef>
                </a:pP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A6011255-BA18-BDEA-1CE9-E70E9234E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75" y="917911"/>
                <a:ext cx="10881293" cy="2538900"/>
              </a:xfrm>
              <a:prstGeom prst="rect">
                <a:avLst/>
              </a:prstGeom>
              <a:blipFill>
                <a:blip r:embed="rId3"/>
                <a:stretch>
                  <a:fillRect l="-560" t="-12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10C20BA3-75A1-6185-9011-99D7191CE2C2}"/>
              </a:ext>
            </a:extLst>
          </p:cNvPr>
          <p:cNvGrpSpPr/>
          <p:nvPr/>
        </p:nvGrpSpPr>
        <p:grpSpPr>
          <a:xfrm>
            <a:off x="8018833" y="1515291"/>
            <a:ext cx="2660005" cy="4679488"/>
            <a:chOff x="7550201" y="1027616"/>
            <a:chExt cx="2814696" cy="4951621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6CFAC77B-5643-9D47-ADB5-A7D31B1C434D}"/>
                </a:ext>
              </a:extLst>
            </p:cNvPr>
            <p:cNvSpPr/>
            <p:nvPr/>
          </p:nvSpPr>
          <p:spPr>
            <a:xfrm>
              <a:off x="8786956" y="1027616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7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A5BED859-263A-67F5-F7AE-634409534FD7}"/>
                </a:ext>
              </a:extLst>
            </p:cNvPr>
            <p:cNvSpPr/>
            <p:nvPr/>
          </p:nvSpPr>
          <p:spPr>
            <a:xfrm>
              <a:off x="8786956" y="1642798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8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9C85450E-9295-12F1-0D7F-6445E113A1AD}"/>
                </a:ext>
              </a:extLst>
            </p:cNvPr>
            <p:cNvSpPr/>
            <p:nvPr/>
          </p:nvSpPr>
          <p:spPr>
            <a:xfrm>
              <a:off x="8786956" y="2255518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9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F92AFF7-9C90-6297-88B1-79AC9ECB0DF3}"/>
                </a:ext>
              </a:extLst>
            </p:cNvPr>
            <p:cNvSpPr/>
            <p:nvPr/>
          </p:nvSpPr>
          <p:spPr>
            <a:xfrm>
              <a:off x="7550201" y="2620333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call1</a:t>
              </a:r>
              <a:endParaRPr lang="zh-CN" alt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97A03259-178D-6E43-DC6E-2957BF1AA149}"/>
                </a:ext>
              </a:extLst>
            </p:cNvPr>
            <p:cNvSpPr/>
            <p:nvPr/>
          </p:nvSpPr>
          <p:spPr>
            <a:xfrm>
              <a:off x="9811903" y="2620333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call2</a:t>
              </a:r>
              <a:endParaRPr lang="zh-CN" alt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D4DA738-1882-77CC-CFC4-D7D73F06962E}"/>
                </a:ext>
              </a:extLst>
            </p:cNvPr>
            <p:cNvSpPr/>
            <p:nvPr/>
          </p:nvSpPr>
          <p:spPr>
            <a:xfrm>
              <a:off x="7550201" y="4803064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ret1</a:t>
              </a:r>
              <a:endParaRPr lang="zh-CN" altLang="en-U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717A255-466E-83FC-1D0C-B5533361D94E}"/>
                </a:ext>
              </a:extLst>
            </p:cNvPr>
            <p:cNvSpPr/>
            <p:nvPr/>
          </p:nvSpPr>
          <p:spPr>
            <a:xfrm>
              <a:off x="9811903" y="4803064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ret2</a:t>
              </a:r>
              <a:endParaRPr lang="zh-CN" altLang="en-U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F662E4C1-A930-9B61-D208-FDBC5AA1E36E}"/>
                </a:ext>
              </a:extLst>
            </p:cNvPr>
            <p:cNvSpPr/>
            <p:nvPr/>
          </p:nvSpPr>
          <p:spPr>
            <a:xfrm>
              <a:off x="8786956" y="3208533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071144B1-8844-027F-BE12-1B02D871D9BF}"/>
                </a:ext>
              </a:extLst>
            </p:cNvPr>
            <p:cNvSpPr/>
            <p:nvPr/>
          </p:nvSpPr>
          <p:spPr>
            <a:xfrm>
              <a:off x="8786956" y="3823715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AE2C3673-FFC8-08EC-71A4-02494DDF7322}"/>
                </a:ext>
              </a:extLst>
            </p:cNvPr>
            <p:cNvSpPr/>
            <p:nvPr/>
          </p:nvSpPr>
          <p:spPr>
            <a:xfrm>
              <a:off x="8786956" y="4436435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E905C5FB-E391-F67F-53DD-A054EC60A288}"/>
                </a:ext>
              </a:extLst>
            </p:cNvPr>
            <p:cNvCxnSpPr>
              <a:cxnSpLocks/>
              <a:stCxn id="5" idx="4"/>
              <a:endCxn id="6" idx="0"/>
            </p:cNvCxnSpPr>
            <p:nvPr/>
          </p:nvCxnSpPr>
          <p:spPr>
            <a:xfrm>
              <a:off x="8965482" y="1384667"/>
              <a:ext cx="0" cy="25813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F029271E-C18B-8FFD-85C7-CD72E31EBA71}"/>
                </a:ext>
              </a:extLst>
            </p:cNvPr>
            <p:cNvCxnSpPr>
              <a:cxnSpLocks/>
              <a:stCxn id="6" idx="4"/>
              <a:endCxn id="7" idx="0"/>
            </p:cNvCxnSpPr>
            <p:nvPr/>
          </p:nvCxnSpPr>
          <p:spPr>
            <a:xfrm>
              <a:off x="8965482" y="1999849"/>
              <a:ext cx="0" cy="25566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F7FA1BCF-9165-E41F-3CE4-F34E305F3388}"/>
                </a:ext>
              </a:extLst>
            </p:cNvPr>
            <p:cNvCxnSpPr>
              <a:cxnSpLocks/>
              <a:stCxn id="12" idx="4"/>
              <a:endCxn id="13" idx="0"/>
            </p:cNvCxnSpPr>
            <p:nvPr/>
          </p:nvCxnSpPr>
          <p:spPr>
            <a:xfrm>
              <a:off x="8965482" y="3565584"/>
              <a:ext cx="0" cy="25813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9A73F4FE-E150-713C-138F-D62CB4DBF0FD}"/>
                </a:ext>
              </a:extLst>
            </p:cNvPr>
            <p:cNvCxnSpPr>
              <a:cxnSpLocks/>
              <a:stCxn id="13" idx="4"/>
              <a:endCxn id="14" idx="0"/>
            </p:cNvCxnSpPr>
            <p:nvPr/>
          </p:nvCxnSpPr>
          <p:spPr>
            <a:xfrm>
              <a:off x="8965482" y="4180766"/>
              <a:ext cx="0" cy="25566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54AC49F1-80BD-1F0E-B982-E57B8FF8F6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72848" y="2542900"/>
              <a:ext cx="722812" cy="23513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D47F313E-EE78-9EF7-2257-8661D6401A42}"/>
                </a:ext>
              </a:extLst>
            </p:cNvPr>
            <p:cNvCxnSpPr>
              <a:cxnSpLocks/>
            </p:cNvCxnSpPr>
            <p:nvPr/>
          </p:nvCxnSpPr>
          <p:spPr>
            <a:xfrm>
              <a:off x="9133117" y="2523306"/>
              <a:ext cx="716280" cy="21336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AC23A0D1-435C-75BB-EE2B-57DA6723BCC7}"/>
                </a:ext>
              </a:extLst>
            </p:cNvPr>
            <p:cNvCxnSpPr>
              <a:cxnSpLocks/>
            </p:cNvCxnSpPr>
            <p:nvPr/>
          </p:nvCxnSpPr>
          <p:spPr>
            <a:xfrm>
              <a:off x="8081557" y="3030580"/>
              <a:ext cx="705394" cy="26125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86CEFB55-9C6D-FAC2-C93F-A3CE7D5583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30577" y="3039289"/>
              <a:ext cx="701403" cy="25363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C9284B8F-6793-D5EB-FD5C-BDA3C87376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79198" y="4727300"/>
              <a:ext cx="722812" cy="235132"/>
            </a:xfrm>
            <a:prstGeom prst="straightConnector1">
              <a:avLst/>
            </a:prstGeom>
            <a:ln w="19050">
              <a:solidFill>
                <a:srgbClr val="0026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663BEB57-1CBB-3647-E004-ED010ABEA77D}"/>
                </a:ext>
              </a:extLst>
            </p:cNvPr>
            <p:cNvCxnSpPr>
              <a:cxnSpLocks/>
            </p:cNvCxnSpPr>
            <p:nvPr/>
          </p:nvCxnSpPr>
          <p:spPr>
            <a:xfrm>
              <a:off x="9139467" y="4707706"/>
              <a:ext cx="716280" cy="213360"/>
            </a:xfrm>
            <a:prstGeom prst="straightConnector1">
              <a:avLst/>
            </a:prstGeom>
            <a:ln w="19050">
              <a:solidFill>
                <a:srgbClr val="0026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3B65B6B4-8B81-467C-0DFA-1DC851D8A660}"/>
                </a:ext>
              </a:extLst>
            </p:cNvPr>
            <p:cNvSpPr/>
            <p:nvPr/>
          </p:nvSpPr>
          <p:spPr>
            <a:xfrm>
              <a:off x="7648172" y="5622186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12</a:t>
              </a: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5C95B82D-C110-A064-BD41-3701E2B33EFD}"/>
                </a:ext>
              </a:extLst>
            </p:cNvPr>
            <p:cNvSpPr/>
            <p:nvPr/>
          </p:nvSpPr>
          <p:spPr>
            <a:xfrm>
              <a:off x="9909874" y="5622186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16</a:t>
              </a: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2E0C6D52-F535-B4BB-9A4F-4D3C97B4A719}"/>
                </a:ext>
              </a:extLst>
            </p:cNvPr>
            <p:cNvCxnSpPr>
              <a:cxnSpLocks/>
              <a:stCxn id="10" idx="4"/>
              <a:endCxn id="25" idx="0"/>
            </p:cNvCxnSpPr>
            <p:nvPr/>
          </p:nvCxnSpPr>
          <p:spPr>
            <a:xfrm>
              <a:off x="7826698" y="5356058"/>
              <a:ext cx="0" cy="26612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BF05D390-3692-2682-80A2-5C9AF48069D5}"/>
                </a:ext>
              </a:extLst>
            </p:cNvPr>
            <p:cNvCxnSpPr>
              <a:cxnSpLocks/>
              <a:stCxn id="11" idx="4"/>
              <a:endCxn id="26" idx="0"/>
            </p:cNvCxnSpPr>
            <p:nvPr/>
          </p:nvCxnSpPr>
          <p:spPr>
            <a:xfrm>
              <a:off x="10088400" y="5356058"/>
              <a:ext cx="0" cy="26612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64CDD6D2-6A16-7E4D-AC71-42087D006F66}"/>
              </a:ext>
            </a:extLst>
          </p:cNvPr>
          <p:cNvCxnSpPr>
            <a:cxnSpLocks/>
          </p:cNvCxnSpPr>
          <p:nvPr/>
        </p:nvCxnSpPr>
        <p:spPr>
          <a:xfrm>
            <a:off x="9972594" y="1974691"/>
            <a:ext cx="53647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14FA4AE4-2FE1-3465-E765-10F67840495F}"/>
              </a:ext>
            </a:extLst>
          </p:cNvPr>
          <p:cNvSpPr txBox="1"/>
          <p:nvPr/>
        </p:nvSpPr>
        <p:spPr>
          <a:xfrm>
            <a:off x="10495326" y="1805414"/>
            <a:ext cx="953722" cy="338554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assign</a:t>
            </a:r>
            <a:endParaRPr lang="zh-CN" alt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C1272C4-9BBB-FBB3-7795-A5A3CE04B3F5}"/>
              </a:ext>
            </a:extLst>
          </p:cNvPr>
          <p:cNvSpPr txBox="1"/>
          <p:nvPr/>
        </p:nvSpPr>
        <p:spPr>
          <a:xfrm>
            <a:off x="8259451" y="3494337"/>
            <a:ext cx="849075" cy="338554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call1</a:t>
            </a:r>
            <a:endParaRPr lang="zh-CN" altLang="en-US" sz="16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03E941D-5945-423A-0BFC-2B3348DA20AD}"/>
              </a:ext>
            </a:extLst>
          </p:cNvPr>
          <p:cNvSpPr txBox="1"/>
          <p:nvPr/>
        </p:nvSpPr>
        <p:spPr>
          <a:xfrm>
            <a:off x="9686575" y="3514205"/>
            <a:ext cx="849075" cy="338554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call2</a:t>
            </a:r>
            <a:endParaRPr lang="zh-CN" altLang="en-US" sz="16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3A84362-30DF-9111-6778-76098DCE7050}"/>
              </a:ext>
            </a:extLst>
          </p:cNvPr>
          <p:cNvSpPr txBox="1"/>
          <p:nvPr/>
        </p:nvSpPr>
        <p:spPr>
          <a:xfrm>
            <a:off x="8458991" y="4754722"/>
            <a:ext cx="683088" cy="338554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26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ret1</a:t>
            </a:r>
            <a:endParaRPr lang="zh-CN" altLang="en-US" sz="1600" dirty="0">
              <a:solidFill>
                <a:srgbClr val="0026FF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EE505A2-BC25-D343-58C8-BFE7A06C09F9}"/>
              </a:ext>
            </a:extLst>
          </p:cNvPr>
          <p:cNvSpPr txBox="1"/>
          <p:nvPr/>
        </p:nvSpPr>
        <p:spPr>
          <a:xfrm>
            <a:off x="9693933" y="4757602"/>
            <a:ext cx="676914" cy="338554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26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ret2</a:t>
            </a:r>
            <a:endParaRPr lang="zh-CN" altLang="en-US" sz="1600" dirty="0">
              <a:solidFill>
                <a:srgbClr val="0026FF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678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F6972-1113-99B6-CEF3-5FDAAFD09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38A9AF0-8592-AFAE-173D-29FBBB25B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9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76A754A7-7593-A0E0-7EE8-910B45723B67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en-US" altLang="zh-CN" sz="3200" dirty="0">
                <a:solidFill>
                  <a:srgbClr val="992D23"/>
                </a:solidFill>
                <a:latin typeface="+mn-ea"/>
                <a:ea typeface="+mn-ea"/>
                <a:cs typeface="Calibri" panose="020F0502020204030204" pitchFamily="34" charset="0"/>
                <a:sym typeface="+mn-lt"/>
              </a:rPr>
              <a:t>CFL-Reachability</a:t>
            </a:r>
            <a:endParaRPr lang="zh-CN" altLang="en-US" sz="3200" dirty="0">
              <a:solidFill>
                <a:srgbClr val="992D23"/>
              </a:solidFill>
              <a:latin typeface="+mn-ea"/>
              <a:ea typeface="+mn-ea"/>
              <a:cs typeface="Calibri" panose="020F0502020204030204" pitchFamily="34" charset="0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7BC23EEA-0F78-2B07-784C-07321F09B145}"/>
                  </a:ext>
                </a:extLst>
              </p:cNvPr>
              <p:cNvSpPr txBox="1"/>
              <p:nvPr/>
            </p:nvSpPr>
            <p:spPr>
              <a:xfrm>
                <a:off x="666275" y="917911"/>
                <a:ext cx="10881293" cy="3923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上下文无关语言可达性分析（</a:t>
                </a:r>
                <a:r>
                  <a:rPr lang="en-US" altLang="zh-CN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CFL-Reachability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）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，是指利用上下文无关语法对一个有向图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𝐺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=⟨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𝐸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⟩</m:t>
                    </m:r>
                  </m:oMath>
                </a14:m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上的点进行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可达性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分析的问题。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其中：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图上的每条边都带有一个标签；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∀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</m:groupCh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𝑗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𝐸</m:t>
                    </m:r>
                  </m:oMath>
                </a14:m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𝑙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Σ</m:t>
                    </m:r>
                  </m:oMath>
                </a14:m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。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ts val="2600"/>
                  </a:lnSpc>
                  <a:spcBef>
                    <a:spcPts val="600"/>
                  </a:spcBef>
                </a:pP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ts val="2600"/>
                  </a:lnSpc>
                  <a:spcBef>
                    <a:spcPts val="600"/>
                  </a:spcBef>
                </a:pPr>
                <a:r>
                  <a:rPr lang="zh-CN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可达性：</a:t>
                </a:r>
                <a:endParaRPr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:r>
                  <a:rPr lang="en-US" altLang="zh-CN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</a:t>
                </a:r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𝑙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𝑙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e>
                    </m:groupCh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⋯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𝑙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𝑘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𝐺</m:t>
                    </m:r>
                  </m:oMath>
                </a14:m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:   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𝑆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groupChr>
                      <m:groupChrPr>
                        <m:chr m:val="⇒"/>
                        <m:vertJc m:val="bot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∗</m:t>
                        </m:r>
                      </m:e>
                    </m:groupCh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…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</a:p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:r>
                  <a:rPr lang="en-US" altLang="zh-CN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then</a:t>
                </a:r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reachable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7BC23EEA-0F78-2B07-784C-07321F09B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75" y="917911"/>
                <a:ext cx="10881293" cy="3923895"/>
              </a:xfrm>
              <a:prstGeom prst="rect">
                <a:avLst/>
              </a:prstGeom>
              <a:blipFill>
                <a:blip r:embed="rId3"/>
                <a:stretch>
                  <a:fillRect l="-560" t="-778" b="-18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1E10A102-8152-9021-2530-52ACB5C2232B}"/>
              </a:ext>
            </a:extLst>
          </p:cNvPr>
          <p:cNvGrpSpPr/>
          <p:nvPr/>
        </p:nvGrpSpPr>
        <p:grpSpPr>
          <a:xfrm>
            <a:off x="8018833" y="1515291"/>
            <a:ext cx="2660005" cy="4679488"/>
            <a:chOff x="7550201" y="1027616"/>
            <a:chExt cx="2814696" cy="4951621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FDE222BA-6633-E5F3-4E8C-4E66370BE8CF}"/>
                </a:ext>
              </a:extLst>
            </p:cNvPr>
            <p:cNvSpPr/>
            <p:nvPr/>
          </p:nvSpPr>
          <p:spPr>
            <a:xfrm>
              <a:off x="8786956" y="1027616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7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9984A7D0-CBBB-DB5B-A980-AE15F5FBA192}"/>
                </a:ext>
              </a:extLst>
            </p:cNvPr>
            <p:cNvSpPr/>
            <p:nvPr/>
          </p:nvSpPr>
          <p:spPr>
            <a:xfrm>
              <a:off x="8786956" y="1642798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8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EA2D5E3A-18AC-2BC0-728D-799BDB3EF1FF}"/>
                </a:ext>
              </a:extLst>
            </p:cNvPr>
            <p:cNvSpPr/>
            <p:nvPr/>
          </p:nvSpPr>
          <p:spPr>
            <a:xfrm>
              <a:off x="8786956" y="2255518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9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0A93706E-2E15-7ED8-DADD-5773BA7EACD9}"/>
                </a:ext>
              </a:extLst>
            </p:cNvPr>
            <p:cNvSpPr/>
            <p:nvPr/>
          </p:nvSpPr>
          <p:spPr>
            <a:xfrm>
              <a:off x="7550201" y="2620333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call1</a:t>
              </a:r>
              <a:endParaRPr lang="zh-CN" alt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748D7DC9-AD39-A040-F2E3-00E55FC9CCC0}"/>
                </a:ext>
              </a:extLst>
            </p:cNvPr>
            <p:cNvSpPr/>
            <p:nvPr/>
          </p:nvSpPr>
          <p:spPr>
            <a:xfrm>
              <a:off x="9811903" y="2620333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call2</a:t>
              </a:r>
              <a:endParaRPr lang="zh-CN" alt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F52E035F-7CB8-5250-9282-BB054B058725}"/>
                </a:ext>
              </a:extLst>
            </p:cNvPr>
            <p:cNvSpPr/>
            <p:nvPr/>
          </p:nvSpPr>
          <p:spPr>
            <a:xfrm>
              <a:off x="7550201" y="4803064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ret1</a:t>
              </a:r>
              <a:endParaRPr lang="zh-CN" altLang="en-U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04424FD-1EC1-5E2A-364B-96A4BD38C7EF}"/>
                </a:ext>
              </a:extLst>
            </p:cNvPr>
            <p:cNvSpPr/>
            <p:nvPr/>
          </p:nvSpPr>
          <p:spPr>
            <a:xfrm>
              <a:off x="9811903" y="4803064"/>
              <a:ext cx="552994" cy="5529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ret2</a:t>
              </a:r>
              <a:endParaRPr lang="zh-CN" altLang="en-U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80D74918-2501-5250-9E8C-4EB0288E49AD}"/>
                </a:ext>
              </a:extLst>
            </p:cNvPr>
            <p:cNvSpPr/>
            <p:nvPr/>
          </p:nvSpPr>
          <p:spPr>
            <a:xfrm>
              <a:off x="8786956" y="3208533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012A912-90B0-876F-71BC-961284DCE719}"/>
                </a:ext>
              </a:extLst>
            </p:cNvPr>
            <p:cNvSpPr/>
            <p:nvPr/>
          </p:nvSpPr>
          <p:spPr>
            <a:xfrm>
              <a:off x="8786956" y="3823715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31DBE477-D7B1-8CF4-912F-5659A172E485}"/>
                </a:ext>
              </a:extLst>
            </p:cNvPr>
            <p:cNvSpPr/>
            <p:nvPr/>
          </p:nvSpPr>
          <p:spPr>
            <a:xfrm>
              <a:off x="8786956" y="4436435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4EF64FC6-E3D3-3535-4579-5F34A4D7B2A1}"/>
                </a:ext>
              </a:extLst>
            </p:cNvPr>
            <p:cNvCxnSpPr>
              <a:cxnSpLocks/>
              <a:stCxn id="5" idx="4"/>
              <a:endCxn id="6" idx="0"/>
            </p:cNvCxnSpPr>
            <p:nvPr/>
          </p:nvCxnSpPr>
          <p:spPr>
            <a:xfrm>
              <a:off x="8965482" y="1384667"/>
              <a:ext cx="0" cy="25813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AAC18CD1-C362-7AD6-B89D-06F6EE5055D8}"/>
                </a:ext>
              </a:extLst>
            </p:cNvPr>
            <p:cNvCxnSpPr>
              <a:cxnSpLocks/>
              <a:stCxn id="6" idx="4"/>
              <a:endCxn id="7" idx="0"/>
            </p:cNvCxnSpPr>
            <p:nvPr/>
          </p:nvCxnSpPr>
          <p:spPr>
            <a:xfrm>
              <a:off x="8965482" y="1999849"/>
              <a:ext cx="0" cy="25566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204D25DF-67F9-F8F8-45F4-EEA40FE4C28F}"/>
                </a:ext>
              </a:extLst>
            </p:cNvPr>
            <p:cNvCxnSpPr>
              <a:cxnSpLocks/>
              <a:stCxn id="12" idx="4"/>
              <a:endCxn id="13" idx="0"/>
            </p:cNvCxnSpPr>
            <p:nvPr/>
          </p:nvCxnSpPr>
          <p:spPr>
            <a:xfrm>
              <a:off x="8965482" y="3565584"/>
              <a:ext cx="0" cy="25813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6997838B-5B3B-B011-6349-0C40A0F25F53}"/>
                </a:ext>
              </a:extLst>
            </p:cNvPr>
            <p:cNvCxnSpPr>
              <a:cxnSpLocks/>
              <a:stCxn id="13" idx="4"/>
              <a:endCxn id="14" idx="0"/>
            </p:cNvCxnSpPr>
            <p:nvPr/>
          </p:nvCxnSpPr>
          <p:spPr>
            <a:xfrm>
              <a:off x="8965482" y="4180766"/>
              <a:ext cx="0" cy="25566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0906C0E0-E0B4-2757-EBF0-0664785163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72848" y="2542900"/>
              <a:ext cx="722812" cy="23513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1307A821-638A-376D-B8AF-3B08CA49B6BB}"/>
                </a:ext>
              </a:extLst>
            </p:cNvPr>
            <p:cNvCxnSpPr>
              <a:cxnSpLocks/>
            </p:cNvCxnSpPr>
            <p:nvPr/>
          </p:nvCxnSpPr>
          <p:spPr>
            <a:xfrm>
              <a:off x="9133117" y="2523306"/>
              <a:ext cx="716280" cy="21336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95B5FA69-E972-B8D1-2DFA-53884848386D}"/>
                </a:ext>
              </a:extLst>
            </p:cNvPr>
            <p:cNvCxnSpPr>
              <a:cxnSpLocks/>
            </p:cNvCxnSpPr>
            <p:nvPr/>
          </p:nvCxnSpPr>
          <p:spPr>
            <a:xfrm>
              <a:off x="8081557" y="3030580"/>
              <a:ext cx="705394" cy="26125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AA4E008A-C54D-73A7-68E6-9BAC1BBA98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30577" y="3039289"/>
              <a:ext cx="701403" cy="25363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047ACEFB-941A-2D98-C92A-D22E8C89C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79198" y="4727300"/>
              <a:ext cx="722812" cy="235132"/>
            </a:xfrm>
            <a:prstGeom prst="straightConnector1">
              <a:avLst/>
            </a:prstGeom>
            <a:ln w="19050">
              <a:solidFill>
                <a:srgbClr val="0026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5A76212C-4E70-F252-4D84-F91C5E247969}"/>
                </a:ext>
              </a:extLst>
            </p:cNvPr>
            <p:cNvCxnSpPr>
              <a:cxnSpLocks/>
            </p:cNvCxnSpPr>
            <p:nvPr/>
          </p:nvCxnSpPr>
          <p:spPr>
            <a:xfrm>
              <a:off x="9139467" y="4707706"/>
              <a:ext cx="716280" cy="213360"/>
            </a:xfrm>
            <a:prstGeom prst="straightConnector1">
              <a:avLst/>
            </a:prstGeom>
            <a:ln w="19050">
              <a:solidFill>
                <a:srgbClr val="0026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D5C5D380-C446-EBCE-C984-6994BB0ECA17}"/>
                </a:ext>
              </a:extLst>
            </p:cNvPr>
            <p:cNvSpPr/>
            <p:nvPr/>
          </p:nvSpPr>
          <p:spPr>
            <a:xfrm>
              <a:off x="7648172" y="5622186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12</a:t>
              </a: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B7C25E82-42CF-460C-F015-BB241B84B8A7}"/>
                </a:ext>
              </a:extLst>
            </p:cNvPr>
            <p:cNvSpPr/>
            <p:nvPr/>
          </p:nvSpPr>
          <p:spPr>
            <a:xfrm>
              <a:off x="9909874" y="5622186"/>
              <a:ext cx="357051" cy="3570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16</a:t>
              </a: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83F0BA5F-7002-25F5-A9C6-30038273EE83}"/>
                </a:ext>
              </a:extLst>
            </p:cNvPr>
            <p:cNvCxnSpPr>
              <a:cxnSpLocks/>
              <a:stCxn id="10" idx="4"/>
              <a:endCxn id="25" idx="0"/>
            </p:cNvCxnSpPr>
            <p:nvPr/>
          </p:nvCxnSpPr>
          <p:spPr>
            <a:xfrm>
              <a:off x="7826698" y="5356058"/>
              <a:ext cx="0" cy="26612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9D27C87C-7AB5-2BDD-C216-4891297FD65E}"/>
                </a:ext>
              </a:extLst>
            </p:cNvPr>
            <p:cNvCxnSpPr>
              <a:cxnSpLocks/>
              <a:stCxn id="11" idx="4"/>
              <a:endCxn id="26" idx="0"/>
            </p:cNvCxnSpPr>
            <p:nvPr/>
          </p:nvCxnSpPr>
          <p:spPr>
            <a:xfrm>
              <a:off x="10088400" y="5356058"/>
              <a:ext cx="0" cy="26612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459AF99F-2AB4-5BDA-6904-DE9765CFC287}"/>
              </a:ext>
            </a:extLst>
          </p:cNvPr>
          <p:cNvSpPr txBox="1"/>
          <p:nvPr/>
        </p:nvSpPr>
        <p:spPr>
          <a:xfrm>
            <a:off x="8259451" y="3494337"/>
            <a:ext cx="849075" cy="338554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call1</a:t>
            </a:r>
            <a:endParaRPr lang="zh-CN" altLang="en-US" sz="16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DE9E987-AFF8-6EC0-F47F-125C15CE84C0}"/>
              </a:ext>
            </a:extLst>
          </p:cNvPr>
          <p:cNvSpPr txBox="1"/>
          <p:nvPr/>
        </p:nvSpPr>
        <p:spPr>
          <a:xfrm>
            <a:off x="9686575" y="3514205"/>
            <a:ext cx="849075" cy="338554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call2</a:t>
            </a:r>
            <a:endParaRPr lang="zh-CN" altLang="en-US" sz="16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E14379A-8A4B-EC39-8EB9-11CE0969D8BB}"/>
              </a:ext>
            </a:extLst>
          </p:cNvPr>
          <p:cNvSpPr txBox="1"/>
          <p:nvPr/>
        </p:nvSpPr>
        <p:spPr>
          <a:xfrm>
            <a:off x="8458991" y="4754722"/>
            <a:ext cx="683088" cy="338554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26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ret1</a:t>
            </a:r>
            <a:endParaRPr lang="zh-CN" altLang="en-US" sz="1600" dirty="0">
              <a:solidFill>
                <a:srgbClr val="0026FF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5C5E01D-0BC4-2F17-6DF9-1E5538B64BB2}"/>
              </a:ext>
            </a:extLst>
          </p:cNvPr>
          <p:cNvSpPr txBox="1"/>
          <p:nvPr/>
        </p:nvSpPr>
        <p:spPr>
          <a:xfrm>
            <a:off x="9693933" y="4757602"/>
            <a:ext cx="676914" cy="338554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26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ret2</a:t>
            </a:r>
            <a:endParaRPr lang="zh-CN" altLang="en-US" sz="1600" dirty="0">
              <a:solidFill>
                <a:srgbClr val="0026FF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666801DD-7D26-C40E-4908-340E711877F2}"/>
              </a:ext>
            </a:extLst>
          </p:cNvPr>
          <p:cNvCxnSpPr>
            <a:cxnSpLocks/>
          </p:cNvCxnSpPr>
          <p:nvPr/>
        </p:nvCxnSpPr>
        <p:spPr>
          <a:xfrm>
            <a:off x="9972594" y="1974691"/>
            <a:ext cx="53647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00C382D2-A987-4BE4-0003-003AE4C22648}"/>
              </a:ext>
            </a:extLst>
          </p:cNvPr>
          <p:cNvSpPr txBox="1"/>
          <p:nvPr/>
        </p:nvSpPr>
        <p:spPr>
          <a:xfrm>
            <a:off x="10495326" y="1805414"/>
            <a:ext cx="953722" cy="338554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assign</a:t>
            </a:r>
            <a:endParaRPr lang="zh-CN" alt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655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3888F-27B4-26BE-B634-FDBF23401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40603F2-93C1-8199-557A-86994BF42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10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0F249582-9A91-87A7-15C2-B481BFEF7B91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指针分析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F28DD6D-71AE-86A9-084B-8E62999F33ED}"/>
              </a:ext>
            </a:extLst>
          </p:cNvPr>
          <p:cNvSpPr txBox="1"/>
          <p:nvPr/>
        </p:nvSpPr>
        <p:spPr>
          <a:xfrm>
            <a:off x="570478" y="883080"/>
            <a:ext cx="10968380" cy="3333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指针分析（</a:t>
            </a:r>
            <a:r>
              <a:rPr lang="en-US" altLang="zh-CN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Pointer Analysis, PTA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，分析指针在程序运行过程中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可能指向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的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内存对象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。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6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应用</a:t>
            </a:r>
            <a:r>
              <a:rPr lang="en-US" altLang="zh-CN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42950" lvl="1" indent="-285750">
              <a:lnSpc>
                <a:spcPts val="26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内存泄漏分析：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判断指针行为是否可能导致内存泄漏。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6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别名分析（</a:t>
            </a:r>
            <a:r>
              <a:rPr lang="en-US" altLang="zh-CN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Alias Analysis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）：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判断两个指针是否可能指向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同一块内存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区域。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00150" lvl="2" indent="-285750">
              <a:lnSpc>
                <a:spcPts val="26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600"/>
              </a:lnSpc>
              <a:spcBef>
                <a:spcPts val="1200"/>
              </a:spcBef>
            </a:pP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600"/>
              </a:lnSpc>
              <a:spcBef>
                <a:spcPts val="1200"/>
              </a:spcBef>
            </a:pPr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246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BF2EC-9A05-4E13-004C-BAD4CDF47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5BFDA09-8450-484E-B819-3BAA6C0C4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11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35C37A1F-C107-30F6-C885-16CE1D8A35FE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指针分析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5926F1-150F-095F-73DE-5FD2FAF591D0}"/>
              </a:ext>
            </a:extLst>
          </p:cNvPr>
          <p:cNvSpPr txBox="1"/>
          <p:nvPr/>
        </p:nvSpPr>
        <p:spPr>
          <a:xfrm>
            <a:off x="570478" y="883080"/>
            <a:ext cx="10968380" cy="382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指针分析（</a:t>
            </a:r>
            <a:r>
              <a:rPr lang="en-US" altLang="zh-CN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Pointer Analysis, PTA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，分析指针在程序运行过程中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可能指向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的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内存对象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。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6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应用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6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内存泄漏分析：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判断指针行为是否可能导致内存泄漏。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6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别名分析（</a:t>
            </a:r>
            <a:r>
              <a:rPr lang="en-US" altLang="zh-CN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Alias Analysis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）：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判断两个指针是否可能指向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同一块内存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区域。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26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600"/>
              </a:lnSpc>
              <a:spcBef>
                <a:spcPts val="1200"/>
              </a:spcBef>
            </a:pP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具体应用：代码向量化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600"/>
              </a:lnSpc>
              <a:spcBef>
                <a:spcPts val="1200"/>
              </a:spcBef>
            </a:pP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600"/>
              </a:lnSpc>
              <a:spcBef>
                <a:spcPts val="1200"/>
              </a:spcBef>
            </a:pPr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1412B3-0405-191C-7808-A1DA05D7B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066" y="3847662"/>
            <a:ext cx="3081033" cy="149586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1C79E22-AB55-797C-0099-41723144D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997" y="3892313"/>
            <a:ext cx="3773150" cy="145121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B1D49D7-B912-1C11-43FC-1E3E7DAAE3B1}"/>
              </a:ext>
            </a:extLst>
          </p:cNvPr>
          <p:cNvSpPr txBox="1"/>
          <p:nvPr/>
        </p:nvSpPr>
        <p:spPr>
          <a:xfrm>
            <a:off x="4460318" y="4224927"/>
            <a:ext cx="2204835" cy="372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  <a:spcBef>
                <a:spcPts val="1200"/>
              </a:spcBef>
            </a:pPr>
            <a:r>
              <a:rPr lang="en-US" altLang="zh-CN" sz="1600" dirty="0">
                <a:latin typeface="+mn-ea"/>
                <a:cs typeface="Calibri" panose="020F0502020204030204" pitchFamily="34" charset="0"/>
              </a:rPr>
              <a:t>a</a:t>
            </a:r>
            <a:r>
              <a:rPr lang="zh-CN" altLang="en-US" sz="1600" dirty="0">
                <a:latin typeface="+mn-ea"/>
                <a:cs typeface="Calibri" panose="020F0502020204030204" pitchFamily="34" charset="0"/>
              </a:rPr>
              <a:t>和</a:t>
            </a:r>
            <a:r>
              <a:rPr lang="en-US" altLang="zh-CN" sz="1600" dirty="0">
                <a:latin typeface="+mn-ea"/>
                <a:cs typeface="Calibri" panose="020F0502020204030204" pitchFamily="34" charset="0"/>
              </a:rPr>
              <a:t>b</a:t>
            </a:r>
            <a:r>
              <a:rPr lang="zh-CN" altLang="en-US" sz="1600" dirty="0">
                <a:latin typeface="+mn-ea"/>
                <a:cs typeface="Calibri" panose="020F0502020204030204" pitchFamily="34" charset="0"/>
              </a:rPr>
              <a:t>不存在别名关系</a:t>
            </a:r>
            <a:endParaRPr lang="en-US" altLang="zh-CN" sz="1600" dirty="0">
              <a:latin typeface="+mn-ea"/>
              <a:cs typeface="Calibri" panose="020F0502020204030204" pitchFamily="34" charset="0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8AECC9CD-4459-EA95-7151-C6AF306B4744}"/>
              </a:ext>
            </a:extLst>
          </p:cNvPr>
          <p:cNvSpPr/>
          <p:nvPr/>
        </p:nvSpPr>
        <p:spPr>
          <a:xfrm>
            <a:off x="4827037" y="4566051"/>
            <a:ext cx="1491387" cy="229687"/>
          </a:xfrm>
          <a:prstGeom prst="rightArrow">
            <a:avLst>
              <a:gd name="adj1" fmla="val 50000"/>
              <a:gd name="adj2" fmla="val 100984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13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A8287-3B5C-6029-068B-2DBB44EB4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CC8804C-7647-8D09-2111-BB06CCEC4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12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ED91EFF4-A7E4-A000-E85B-7506284AB5CF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指针分析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C11A527-E7A4-416A-901F-EF9EA7A32AB3}"/>
              </a:ext>
            </a:extLst>
          </p:cNvPr>
          <p:cNvSpPr txBox="1"/>
          <p:nvPr/>
        </p:nvSpPr>
        <p:spPr>
          <a:xfrm>
            <a:off x="570478" y="883080"/>
            <a:ext cx="10968380" cy="3813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指针分析（</a:t>
            </a:r>
            <a:r>
              <a:rPr lang="en-US" altLang="zh-CN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Pointer Analysis, PTA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，分析指针在程序运行过程中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可能指向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的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内存对象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。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6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应用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6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内存泄漏分析：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判断指针行为是否可能导致内存泄漏。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6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别名分析（</a:t>
            </a:r>
            <a:r>
              <a:rPr lang="en-US" altLang="zh-CN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Alias Analysis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）：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判断两个指针是否可能指向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同一块内存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区域。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26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600"/>
              </a:lnSpc>
              <a:spcBef>
                <a:spcPts val="1200"/>
              </a:spcBef>
            </a:pP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具体应用：污点分析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600"/>
              </a:lnSpc>
              <a:spcBef>
                <a:spcPts val="1200"/>
              </a:spcBef>
            </a:pPr>
            <a:r>
              <a:rPr lang="en-US" altLang="zh-CN" sz="2000" dirty="0">
                <a:latin typeface="Calibri" panose="020F0502020204030204" pitchFamily="34" charset="0"/>
                <a:ea typeface="Cascadia Code Light" panose="020B0609020000020004" pitchFamily="49" charset="0"/>
                <a:cs typeface="Calibri" panose="020F0502020204030204" pitchFamily="34" charset="0"/>
              </a:rPr>
              <a:t>		</a:t>
            </a:r>
            <a:r>
              <a:rPr lang="en-US" altLang="zh-CN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*p = </a:t>
            </a:r>
            <a:r>
              <a:rPr lang="en-US" altLang="zh-CN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taintedInput</a:t>
            </a:r>
            <a:r>
              <a:rPr lang="en-US" altLang="zh-CN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; x = *q;</a:t>
            </a:r>
          </a:p>
          <a:p>
            <a:pPr>
              <a:lnSpc>
                <a:spcPts val="2600"/>
              </a:lnSpc>
              <a:spcBef>
                <a:spcPts val="1200"/>
              </a:spcBef>
            </a:pPr>
            <a:r>
              <a:rPr lang="en-US" altLang="zh-CN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		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若</a:t>
            </a:r>
            <a:r>
              <a:rPr lang="en-US" altLang="zh-CN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p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和</a:t>
            </a:r>
            <a:r>
              <a:rPr lang="en-US" altLang="zh-CN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q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存在别名关系，则</a:t>
            </a:r>
            <a:r>
              <a:rPr lang="en-US" altLang="zh-CN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x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可能会被污染。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560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8E64A-9E30-197A-3AF7-DF1EB08A3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C7572C1-F96E-9B29-C944-10E54C821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13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CFA3AD53-4B4D-B762-CCEB-A663F663869B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指针分析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B2891C-D196-1D37-904F-1E1B9DFC476F}"/>
              </a:ext>
            </a:extLst>
          </p:cNvPr>
          <p:cNvSpPr txBox="1"/>
          <p:nvPr/>
        </p:nvSpPr>
        <p:spPr>
          <a:xfrm>
            <a:off x="808603" y="899956"/>
            <a:ext cx="10078472" cy="4999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影响精度的维度：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域敏感性（</a:t>
            </a:r>
            <a:r>
              <a:rPr lang="en-US" altLang="zh-CN" b="1" dirty="0">
                <a:solidFill>
                  <a:srgbClr val="992D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Field-Sensitivity</a:t>
            </a:r>
            <a:r>
              <a:rPr lang="zh-CN" altLang="en-US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CN" b="1" dirty="0">
              <a:solidFill>
                <a:srgbClr val="992D2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域不敏感（</a:t>
            </a:r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field insensitive</a:t>
            </a:r>
            <a:r>
              <a:rPr lang="zh-CN" altLang="en-US" sz="1600" b="1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）</a:t>
            </a:r>
            <a:r>
              <a:rPr lang="zh-CN" altLang="en-US" sz="1600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：将域（即结构体成员）视为结构体本身，不加区分；</a:t>
            </a:r>
            <a:endParaRPr lang="en-US" altLang="zh-C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域敏感分析（</a:t>
            </a:r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field sensitive</a:t>
            </a:r>
            <a:r>
              <a:rPr lang="zh-CN" altLang="en-US" sz="1600" b="1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）</a:t>
            </a:r>
            <a:r>
              <a:rPr lang="zh-CN" altLang="en-US" sz="1600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：将域与结构体、域与域进行区分。</a:t>
            </a:r>
            <a:endParaRPr lang="en-US" altLang="zh-C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上下文敏感性（</a:t>
            </a:r>
            <a:r>
              <a:rPr lang="en-US" altLang="zh-CN" b="1" dirty="0">
                <a:solidFill>
                  <a:srgbClr val="992D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Context-Sensitivity</a:t>
            </a:r>
            <a:r>
              <a:rPr lang="zh-CN" altLang="en-US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CN" b="1" dirty="0">
              <a:solidFill>
                <a:srgbClr val="992D2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上下文不敏感（</a:t>
            </a:r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 insensitive</a:t>
            </a:r>
            <a:r>
              <a:rPr lang="zh-CN" altLang="en-US" sz="1600" b="1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）</a:t>
            </a:r>
            <a:r>
              <a:rPr lang="zh-CN" altLang="en-US" sz="1600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：无须匹配调用和返回；</a:t>
            </a:r>
            <a:endParaRPr lang="en-US" altLang="zh-C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上下文敏感（</a:t>
            </a:r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 sensitive</a:t>
            </a:r>
            <a:r>
              <a:rPr lang="zh-CN" altLang="en-US" sz="1600" b="1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）</a:t>
            </a:r>
            <a:r>
              <a:rPr lang="zh-CN" altLang="en-US" sz="1600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：须匹配调用和返回。</a:t>
            </a:r>
            <a:endParaRPr lang="en-US" altLang="zh-C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流敏感性（</a:t>
            </a:r>
            <a:r>
              <a:rPr lang="en-US" altLang="zh-CN" b="1" dirty="0">
                <a:solidFill>
                  <a:srgbClr val="992D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Flow-Sensitivity</a:t>
            </a:r>
            <a:r>
              <a:rPr lang="zh-CN" altLang="en-US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CN" b="1" dirty="0">
              <a:solidFill>
                <a:srgbClr val="992D2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流不敏感（</a:t>
            </a:r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 insensitive</a:t>
            </a:r>
            <a:r>
              <a:rPr lang="zh-CN" altLang="en-US" sz="1600" b="1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）</a:t>
            </a:r>
            <a:r>
              <a:rPr lang="zh-CN" altLang="en-US" sz="1600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：忽略控制流影响；</a:t>
            </a:r>
            <a:endParaRPr lang="en-US" altLang="zh-C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流敏感（</a:t>
            </a:r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 sensitive</a:t>
            </a:r>
            <a:r>
              <a:rPr lang="zh-CN" altLang="en-US" sz="1600" b="1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）</a:t>
            </a:r>
            <a:r>
              <a:rPr lang="zh-CN" altLang="en-US" sz="1600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：考虑控制流影响。</a:t>
            </a:r>
            <a:endParaRPr lang="en-US" altLang="zh-C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路径敏感性（</a:t>
            </a:r>
            <a:r>
              <a:rPr lang="en-US" altLang="zh-CN" b="1" dirty="0">
                <a:solidFill>
                  <a:srgbClr val="992D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Path-Sensitivity</a:t>
            </a:r>
            <a:r>
              <a:rPr lang="zh-CN" altLang="en-US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CN" b="1" dirty="0">
              <a:solidFill>
                <a:srgbClr val="992D2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路径不敏感（</a:t>
            </a:r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 insensitive</a:t>
            </a:r>
            <a:r>
              <a:rPr lang="zh-CN" altLang="en-US" sz="1600" b="1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）</a:t>
            </a:r>
            <a:r>
              <a:rPr lang="zh-CN" altLang="en-US" sz="1600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：忽略路径分支的影响；</a:t>
            </a:r>
            <a:endParaRPr lang="en-US" altLang="zh-C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路径敏感（</a:t>
            </a:r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 sensitive</a:t>
            </a:r>
            <a:r>
              <a:rPr lang="zh-CN" altLang="en-US" sz="1600" b="1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）</a:t>
            </a:r>
            <a:r>
              <a:rPr lang="zh-CN" altLang="en-US" sz="1600" dirty="0">
                <a:latin typeface="Calibri" panose="020F050202020403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：考虑路径分支的影响。</a:t>
            </a:r>
            <a:endParaRPr lang="en-US" altLang="zh-C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22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14C95-E0AF-48D1-ED3F-512CA7586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1DA646E-185A-2AAE-D788-F11FF1C90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14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2828F45B-83D8-329C-65CC-7A96F8C9F1C9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指针分析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EBCA0D-D5DB-6C09-02A4-DD1C0F95F621}"/>
              </a:ext>
            </a:extLst>
          </p:cNvPr>
          <p:cNvSpPr txBox="1"/>
          <p:nvPr/>
        </p:nvSpPr>
        <p:spPr>
          <a:xfrm>
            <a:off x="808603" y="899956"/>
            <a:ext cx="10078472" cy="5000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影响精度的维度：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域敏感性（</a:t>
            </a:r>
            <a:r>
              <a:rPr lang="en-US" altLang="zh-CN" b="1" dirty="0">
                <a:solidFill>
                  <a:srgbClr val="992D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Field-Sensitivity</a:t>
            </a:r>
            <a:r>
              <a:rPr lang="zh-CN" altLang="en-US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CN" b="1" dirty="0">
              <a:solidFill>
                <a:srgbClr val="992D2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b="1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b="1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285750" indent="-28575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上下文敏感性（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Context-Sensitivity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285750" indent="-28575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流敏感性（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Flow-Sensitivity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285750" indent="-28575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路径敏感性（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Path-Sensitivity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b="1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b="1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7B1FE2-F27B-34B9-4C8A-9EC9B2DB557D}"/>
              </a:ext>
            </a:extLst>
          </p:cNvPr>
          <p:cNvSpPr txBox="1"/>
          <p:nvPr/>
        </p:nvSpPr>
        <p:spPr>
          <a:xfrm>
            <a:off x="6096000" y="1344655"/>
            <a:ext cx="4032069" cy="1716432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Assume o is a struct object with 2 fields and  </a:t>
            </a:r>
            <a:r>
              <a:rPr lang="en-US" altLang="zh-CN" dirty="0">
                <a:solidFill>
                  <a:srgbClr val="FF000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x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tainted:</a:t>
            </a:r>
            <a:endParaRPr lang="en-US" altLang="zh-CN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2200"/>
              </a:lnSpc>
              <a:spcBef>
                <a:spcPts val="600"/>
              </a:spcBef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200"/>
              </a:lnSpc>
              <a:spcBef>
                <a:spcPts val="600"/>
              </a:spcBef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200"/>
              </a:lnSpc>
              <a:spcBef>
                <a:spcPts val="600"/>
              </a:spcBef>
            </a:pP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y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tainted?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C83656-5F60-FC38-E0A7-8A831ACFFD73}"/>
              </a:ext>
            </a:extLst>
          </p:cNvPr>
          <p:cNvSpPr txBox="1"/>
          <p:nvPr/>
        </p:nvSpPr>
        <p:spPr>
          <a:xfrm>
            <a:off x="6779623" y="2046803"/>
            <a:ext cx="1580606" cy="59433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600"/>
              </a:spcBef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o.f1 = </a:t>
            </a:r>
            <a:r>
              <a:rPr lang="en-US" altLang="zh-CN" sz="1600" dirty="0">
                <a:solidFill>
                  <a:srgbClr val="FF000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x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</a:t>
            </a:r>
          </a:p>
          <a:p>
            <a:pPr>
              <a:lnSpc>
                <a:spcPts val="2000"/>
              </a:lnSpc>
            </a:pPr>
            <a:r>
              <a:rPr lang="en-US" altLang="zh-CN" sz="1600" dirty="0">
                <a:solidFill>
                  <a:schemeClr val="accent4">
                    <a:lumMod val="75000"/>
                  </a:schemeClr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y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= o.f2;</a:t>
            </a:r>
            <a:endParaRPr lang="zh-CN" altLang="en-US" sz="16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673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F829-E708-449B-BF8C-8F37D8B58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F64CDC74-9AE4-E138-783C-58AD10562E8B}"/>
              </a:ext>
            </a:extLst>
          </p:cNvPr>
          <p:cNvSpPr txBox="1"/>
          <p:nvPr/>
        </p:nvSpPr>
        <p:spPr>
          <a:xfrm>
            <a:off x="6096000" y="1780083"/>
            <a:ext cx="3823063" cy="25124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Assume </a:t>
            </a:r>
            <a:r>
              <a:rPr lang="en-US" altLang="zh-CN" dirty="0">
                <a:solidFill>
                  <a:srgbClr val="FF000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x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tainted:</a:t>
            </a:r>
            <a:endParaRPr lang="en-US" altLang="zh-CN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2200"/>
              </a:lnSpc>
              <a:spcBef>
                <a:spcPts val="600"/>
              </a:spcBef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200"/>
              </a:lnSpc>
              <a:spcBef>
                <a:spcPts val="600"/>
              </a:spcBef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200"/>
              </a:lnSpc>
              <a:spcBef>
                <a:spcPts val="600"/>
              </a:spcBef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200"/>
              </a:lnSpc>
              <a:spcBef>
                <a:spcPts val="600"/>
              </a:spcBef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200"/>
              </a:lnSpc>
              <a:spcBef>
                <a:spcPts val="600"/>
              </a:spcBef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200"/>
              </a:lnSpc>
              <a:spcBef>
                <a:spcPts val="600"/>
              </a:spcBef>
            </a:pP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</a:t>
            </a:r>
            <a:r>
              <a:rPr lang="en-US" altLang="zh-CN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zh-CN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tainted?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DE99FC2-52D6-DB4A-CE7C-28243D236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15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551785A8-7D17-A066-CA0E-BA97D86F4A80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指针分析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4C6F121-2F0D-99EF-9D5D-76E2F70CCF62}"/>
              </a:ext>
            </a:extLst>
          </p:cNvPr>
          <p:cNvSpPr txBox="1"/>
          <p:nvPr/>
        </p:nvSpPr>
        <p:spPr>
          <a:xfrm>
            <a:off x="808603" y="899956"/>
            <a:ext cx="5130643" cy="5000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影响精度的维度：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域敏感性（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Field-Sensitivity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b="1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b="1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285750" indent="-28575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上下文敏感性（</a:t>
            </a:r>
            <a:r>
              <a:rPr lang="en-US" altLang="zh-CN" b="1" dirty="0">
                <a:solidFill>
                  <a:srgbClr val="992D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Context-Sensitivity</a:t>
            </a:r>
            <a:r>
              <a:rPr lang="zh-CN" altLang="en-US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CN" b="1" dirty="0">
              <a:solidFill>
                <a:srgbClr val="992D2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285750" indent="-28575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流敏感性（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Flow-Sensitivity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285750" indent="-28575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路径敏感性（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Path-Sensitivity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b="1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b="1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F166018-7749-F220-48C1-FB2CBC7C88C0}"/>
              </a:ext>
            </a:extLst>
          </p:cNvPr>
          <p:cNvSpPr txBox="1"/>
          <p:nvPr/>
        </p:nvSpPr>
        <p:spPr>
          <a:xfrm>
            <a:off x="6583680" y="2189361"/>
            <a:ext cx="2429691" cy="170816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sz="16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int*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foo(</a:t>
            </a:r>
            <a:r>
              <a:rPr lang="en-US" altLang="zh-CN" sz="16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int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*a) {</a:t>
            </a:r>
          </a:p>
          <a:p>
            <a:pPr>
              <a:lnSpc>
                <a:spcPts val="1800"/>
              </a:lnSpc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6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return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a;</a:t>
            </a:r>
          </a:p>
          <a:p>
            <a:pPr>
              <a:lnSpc>
                <a:spcPts val="1800"/>
              </a:lnSpc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800"/>
              </a:lnSpc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…</a:t>
            </a:r>
          </a:p>
          <a:p>
            <a:pPr>
              <a:lnSpc>
                <a:spcPts val="1800"/>
              </a:lnSpc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 = foo(</a:t>
            </a:r>
            <a:r>
              <a:rPr lang="en-US" altLang="zh-CN" sz="1600" dirty="0">
                <a:solidFill>
                  <a:srgbClr val="FF000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x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);</a:t>
            </a:r>
          </a:p>
          <a:p>
            <a:pPr>
              <a:lnSpc>
                <a:spcPts val="1800"/>
              </a:lnSpc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q = foo(y);</a:t>
            </a:r>
          </a:p>
          <a:p>
            <a:pPr>
              <a:lnSpc>
                <a:spcPts val="1800"/>
              </a:lnSpc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41347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B30A2-9A55-198E-27AE-C8A391C37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DEC26A3-DAC2-B8CF-8536-D7261EB86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16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4C207BF9-A963-DE5C-5097-3FB4668B77A4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指针分析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EC7ED8-BE28-77DB-CDB3-30F27DFC5D32}"/>
              </a:ext>
            </a:extLst>
          </p:cNvPr>
          <p:cNvSpPr txBox="1"/>
          <p:nvPr/>
        </p:nvSpPr>
        <p:spPr>
          <a:xfrm>
            <a:off x="808603" y="899956"/>
            <a:ext cx="4686506" cy="5000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影响精度的维度：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域敏感性（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Field-Sensitivity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b="1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b="1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285750" indent="-28575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上下文敏感性（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Context-Sensitivity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285750" indent="-28575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流敏感性（</a:t>
            </a:r>
            <a:r>
              <a:rPr lang="en-US" altLang="zh-CN" b="1" dirty="0">
                <a:solidFill>
                  <a:srgbClr val="992D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Flow-Sensitivity</a:t>
            </a:r>
            <a:r>
              <a:rPr lang="zh-CN" altLang="en-US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CN" b="1" dirty="0">
              <a:solidFill>
                <a:srgbClr val="992D2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285750" indent="-28575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路径敏感性（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Path-Sensitivity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b="1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b="1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0C07AD-DCD2-58E8-09CB-A9DB3C8733EA}"/>
              </a:ext>
            </a:extLst>
          </p:cNvPr>
          <p:cNvSpPr txBox="1"/>
          <p:nvPr/>
        </p:nvSpPr>
        <p:spPr>
          <a:xfrm>
            <a:off x="6096000" y="2624812"/>
            <a:ext cx="4241074" cy="2435539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Assume x and y are two different input variables and </a:t>
            </a:r>
            <a:r>
              <a:rPr lang="en-US" altLang="zh-CN" dirty="0">
                <a:solidFill>
                  <a:srgbClr val="FF000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x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tainted:</a:t>
            </a:r>
            <a:endParaRPr lang="en-US" altLang="zh-CN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2200"/>
              </a:lnSpc>
              <a:spcBef>
                <a:spcPts val="600"/>
              </a:spcBef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200"/>
              </a:lnSpc>
              <a:spcBef>
                <a:spcPts val="600"/>
              </a:spcBef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200"/>
              </a:lnSpc>
              <a:spcBef>
                <a:spcPts val="600"/>
              </a:spcBef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200"/>
              </a:lnSpc>
              <a:spcBef>
                <a:spcPts val="600"/>
              </a:spcBef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200"/>
              </a:lnSpc>
              <a:spcBef>
                <a:spcPts val="600"/>
              </a:spcBef>
            </a:pP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</a:t>
            </a:r>
            <a:r>
              <a:rPr lang="en-US" altLang="zh-CN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zh-CN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tainted?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5B69A2B-5AE9-23C5-2BF9-24088FF495A1}"/>
              </a:ext>
            </a:extLst>
          </p:cNvPr>
          <p:cNvSpPr txBox="1"/>
          <p:nvPr/>
        </p:nvSpPr>
        <p:spPr>
          <a:xfrm>
            <a:off x="6675121" y="3382434"/>
            <a:ext cx="905691" cy="12464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sz="1600" dirty="0">
                <a:solidFill>
                  <a:srgbClr val="0070C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z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= </a:t>
            </a:r>
            <a:r>
              <a:rPr lang="en-US" altLang="zh-CN" sz="1600" dirty="0">
                <a:solidFill>
                  <a:srgbClr val="FF000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x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</a:t>
            </a:r>
          </a:p>
          <a:p>
            <a:pPr>
              <a:lnSpc>
                <a:spcPts val="1800"/>
              </a:lnSpc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 = z;</a:t>
            </a:r>
          </a:p>
          <a:p>
            <a:pPr>
              <a:lnSpc>
                <a:spcPts val="1800"/>
              </a:lnSpc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…</a:t>
            </a:r>
          </a:p>
          <a:p>
            <a:pPr>
              <a:lnSpc>
                <a:spcPts val="1800"/>
              </a:lnSpc>
            </a:pPr>
            <a:r>
              <a:rPr lang="en-US" altLang="zh-CN" sz="1600" dirty="0">
                <a:solidFill>
                  <a:srgbClr val="0070C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z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= y;</a:t>
            </a:r>
          </a:p>
          <a:p>
            <a:pPr>
              <a:lnSpc>
                <a:spcPts val="1800"/>
              </a:lnSpc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q = z;</a:t>
            </a:r>
          </a:p>
        </p:txBody>
      </p:sp>
    </p:spTree>
    <p:extLst>
      <p:ext uri="{BB962C8B-B14F-4D97-AF65-F5344CB8AC3E}">
        <p14:creationId xmlns:p14="http://schemas.microsoft.com/office/powerpoint/2010/main" val="1639078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57920-C394-B8D4-2DF8-C1586FBD5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09BBF21-8952-3F83-60FD-FE4483449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17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92C504C6-84D5-7AB5-1A51-1D3DEC9A78C3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指针分析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D2B98B5-3214-CDE4-8C84-3DB2C53DEAE2}"/>
              </a:ext>
            </a:extLst>
          </p:cNvPr>
          <p:cNvSpPr txBox="1"/>
          <p:nvPr/>
        </p:nvSpPr>
        <p:spPr>
          <a:xfrm>
            <a:off x="808603" y="899956"/>
            <a:ext cx="4686506" cy="5000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影响精度的维度：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域敏感性（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Field-Sensitivity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b="1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b="1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285750" indent="-28575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上下文敏感性（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Context-Sensitivity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285750" indent="-28575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流敏感性（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Flow-Sensitivity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285750" indent="-28575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路径敏感性（</a:t>
            </a:r>
            <a:r>
              <a:rPr lang="en-US" altLang="zh-CN" b="1" dirty="0">
                <a:solidFill>
                  <a:srgbClr val="992D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Path-Sensitivity</a:t>
            </a:r>
            <a:r>
              <a:rPr lang="zh-CN" altLang="en-US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CN" b="1" dirty="0">
              <a:solidFill>
                <a:srgbClr val="992D2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b="1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b="1" dirty="0">
              <a:latin typeface="Calibri" panose="020F050202020403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40053B-5B03-E055-3192-21B1210A22A1}"/>
              </a:ext>
            </a:extLst>
          </p:cNvPr>
          <p:cNvSpPr txBox="1"/>
          <p:nvPr/>
        </p:nvSpPr>
        <p:spPr>
          <a:xfrm>
            <a:off x="6095999" y="3817889"/>
            <a:ext cx="4441371" cy="1801134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Assume </a:t>
            </a:r>
            <a:r>
              <a:rPr lang="en-US" altLang="zh-CN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cond</a:t>
            </a:r>
            <a:r>
              <a:rPr lang="en-US" altLang="zh-CN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== false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altLang="zh-CN" dirty="0">
                <a:solidFill>
                  <a:srgbClr val="FF000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x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tainted:</a:t>
            </a:r>
          </a:p>
          <a:p>
            <a:pPr>
              <a:lnSpc>
                <a:spcPts val="2200"/>
              </a:lnSpc>
              <a:spcBef>
                <a:spcPts val="600"/>
              </a:spcBef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200"/>
              </a:lnSpc>
              <a:spcBef>
                <a:spcPts val="600"/>
              </a:spcBef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200"/>
              </a:lnSpc>
              <a:spcBef>
                <a:spcPts val="600"/>
              </a:spcBef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200"/>
              </a:lnSpc>
              <a:spcBef>
                <a:spcPts val="600"/>
              </a:spcBef>
            </a:pP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lang="en-US" altLang="zh-CN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tainted?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6DB4FD-D8F1-2EEA-D928-841B3AE43A83}"/>
              </a:ext>
            </a:extLst>
          </p:cNvPr>
          <p:cNvSpPr txBox="1"/>
          <p:nvPr/>
        </p:nvSpPr>
        <p:spPr>
          <a:xfrm>
            <a:off x="6675121" y="4235875"/>
            <a:ext cx="1310639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if (</a:t>
            </a:r>
            <a:r>
              <a:rPr lang="en-US" altLang="zh-CN" sz="1600" dirty="0" err="1">
                <a:solidFill>
                  <a:srgbClr val="0070C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cond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p = </a:t>
            </a:r>
            <a:r>
              <a:rPr lang="en-US" altLang="zh-CN" sz="1600" dirty="0">
                <a:solidFill>
                  <a:srgbClr val="FF000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x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</a:t>
            </a:r>
          </a:p>
          <a:p>
            <a:pPr>
              <a:lnSpc>
                <a:spcPts val="1800"/>
              </a:lnSpc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else</a:t>
            </a:r>
          </a:p>
          <a:p>
            <a:pPr>
              <a:lnSpc>
                <a:spcPts val="1800"/>
              </a:lnSpc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p = y;</a:t>
            </a:r>
          </a:p>
        </p:txBody>
      </p:sp>
    </p:spTree>
    <p:extLst>
      <p:ext uri="{BB962C8B-B14F-4D97-AF65-F5344CB8AC3E}">
        <p14:creationId xmlns:p14="http://schemas.microsoft.com/office/powerpoint/2010/main" val="3210019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47C0B-1032-DCC2-7F17-ACCECD053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7041B23-7034-BB02-1A66-0C4ABB9A6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18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A6F60F53-CD79-55E2-4D9A-54E22BAC1522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指针分析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0B1E7DC-DBC5-CACF-588D-69679360ABEE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四种基本指令：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49D228D4-DA7F-441F-1A87-2A13D9046D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2118300"/>
                  </p:ext>
                </p:extLst>
              </p:nvPr>
            </p:nvGraphicFramePr>
            <p:xfrm>
              <a:off x="2721428" y="1458472"/>
              <a:ext cx="674914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24893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24829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4889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𝒅𝒅𝒓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𝒐𝒑𝒚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𝒐𝒂𝒅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𝒕𝒐𝒓𝒆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49D228D4-DA7F-441F-1A87-2A13D9046D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2118300"/>
                  </p:ext>
                </p:extLst>
              </p:nvPr>
            </p:nvGraphicFramePr>
            <p:xfrm>
              <a:off x="2721428" y="1458472"/>
              <a:ext cx="674914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24893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24829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85714" r="-885" b="-3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185714" r="-885" b="-2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285714" r="-885" b="-1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385714" r="-885" b="-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07615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4B519-0819-72F8-6BA4-998792B6A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F75009F0-3EA7-D206-0EA1-267821EBEF94}"/>
              </a:ext>
            </a:extLst>
          </p:cNvPr>
          <p:cNvSpPr/>
          <p:nvPr/>
        </p:nvSpPr>
        <p:spPr>
          <a:xfrm>
            <a:off x="2721428" y="1787614"/>
            <a:ext cx="6749144" cy="546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E142F80-EAB4-2BDF-C5EF-819E6CDF7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19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0EF887-F198-365A-D4C0-EE20D438D81F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指向关系（</a:t>
            </a:r>
            <a:r>
              <a:rPr lang="en-US" altLang="zh-CN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Points To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D203A7EB-3C61-AD8C-C4A7-DEB92F3BA1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894681"/>
                  </p:ext>
                </p:extLst>
              </p:nvPr>
            </p:nvGraphicFramePr>
            <p:xfrm>
              <a:off x="2721428" y="1458472"/>
              <a:ext cx="674914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24893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24829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4889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𝒅𝒅𝒓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𝒐𝒑𝒚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𝒐𝒂𝒅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𝒕𝒐𝒓𝒆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D203A7EB-3C61-AD8C-C4A7-DEB92F3BA1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894681"/>
                  </p:ext>
                </p:extLst>
              </p:nvPr>
            </p:nvGraphicFramePr>
            <p:xfrm>
              <a:off x="2721428" y="1458472"/>
              <a:ext cx="674914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24893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24829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85714" r="-885" b="-3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185714" r="-885" b="-2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285714" r="-885" b="-1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385714" r="-885" b="-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84A18428-9626-32F7-3A5A-A2F5BC972409}"/>
              </a:ext>
            </a:extLst>
          </p:cNvPr>
          <p:cNvGrpSpPr/>
          <p:nvPr/>
        </p:nvGrpSpPr>
        <p:grpSpPr>
          <a:xfrm>
            <a:off x="4245436" y="3910610"/>
            <a:ext cx="2033443" cy="614483"/>
            <a:chOff x="4062557" y="4793538"/>
            <a:chExt cx="2033443" cy="61448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94BB5C6B-0F76-726A-2B95-A2711983F408}"/>
                </a:ext>
              </a:extLst>
            </p:cNvPr>
            <p:cNvSpPr/>
            <p:nvPr/>
          </p:nvSpPr>
          <p:spPr>
            <a:xfrm>
              <a:off x="4062557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7D5C955-D307-0C9A-F81D-96FA8CCB5155}"/>
                </a:ext>
              </a:extLst>
            </p:cNvPr>
            <p:cNvSpPr/>
            <p:nvPr/>
          </p:nvSpPr>
          <p:spPr>
            <a:xfrm>
              <a:off x="5608330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AF857C08-FDD1-E480-EDB3-0C43422328C2}"/>
                </a:ext>
              </a:extLst>
            </p:cNvPr>
            <p:cNvCxnSpPr>
              <a:cxnSpLocks/>
              <a:stCxn id="6" idx="6"/>
              <a:endCxn id="7" idx="2"/>
            </p:cNvCxnSpPr>
            <p:nvPr/>
          </p:nvCxnSpPr>
          <p:spPr>
            <a:xfrm>
              <a:off x="4550227" y="5164186"/>
              <a:ext cx="1058103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2A8FBFE-41F1-B47D-8AF7-07301CBB0A7E}"/>
                </a:ext>
              </a:extLst>
            </p:cNvPr>
            <p:cNvSpPr txBox="1"/>
            <p:nvPr/>
          </p:nvSpPr>
          <p:spPr>
            <a:xfrm>
              <a:off x="4667716" y="4793538"/>
              <a:ext cx="849163" cy="384080"/>
            </a:xfrm>
            <a:prstGeom prst="rect">
              <a:avLst/>
            </a:prstGeom>
            <a:noFill/>
            <a:ln w="19050">
              <a:noFill/>
              <a:prstDash val="lgDash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2400"/>
                </a:lnSpc>
                <a:spcBef>
                  <a:spcPts val="600"/>
                </a:spcBef>
              </a:pPr>
              <a:r>
                <a:rPr lang="en-US" altLang="zh-CN" sz="1600" dirty="0" err="1">
                  <a:solidFill>
                    <a:srgbClr val="00B05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Addr</a:t>
              </a:r>
              <a:endParaRPr lang="zh-CN" altLang="en-US" sz="1600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E0ABAE3-AD06-7046-230D-86810A7D5262}"/>
                  </a:ext>
                </a:extLst>
              </p:cNvPr>
              <p:cNvSpPr txBox="1"/>
              <p:nvPr/>
            </p:nvSpPr>
            <p:spPr>
              <a:xfrm>
                <a:off x="7127436" y="4094635"/>
                <a:ext cx="1067330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solidFill>
                            <a:srgbClr val="0026FF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altLang="zh-CN" sz="2000" b="0" i="1" dirty="0" smtClean="0">
                          <a:solidFill>
                            <a:srgbClr val="0026FF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↦</m:t>
                      </m:r>
                      <m:r>
                        <a:rPr lang="en-US" altLang="zh-CN" sz="2000" b="0" i="1" dirty="0" smtClean="0">
                          <a:solidFill>
                            <a:srgbClr val="0026FF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𝑜</m:t>
                      </m:r>
                    </m:oMath>
                  </m:oMathPara>
                </a14:m>
                <a:endParaRPr lang="zh-CN" altLang="en-US" sz="2000" dirty="0">
                  <a:solidFill>
                    <a:srgbClr val="0026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E0ABAE3-AD06-7046-230D-86810A7D5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7436" y="4094635"/>
                <a:ext cx="1067330" cy="400110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67DF0B0-A55C-7360-7296-E5CA2DB4E183}"/>
                  </a:ext>
                </a:extLst>
              </p:cNvPr>
              <p:cNvSpPr txBox="1"/>
              <p:nvPr/>
            </p:nvSpPr>
            <p:spPr>
              <a:xfrm>
                <a:off x="4183397" y="4767821"/>
                <a:ext cx="1789608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𝑃𝑇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∷=</m:t>
                      </m:r>
                      <m:acc>
                        <m:accPr>
                          <m:chr m:val="̅"/>
                          <m:ctrlP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altLang="zh-CN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𝐴𝑑𝑑𝑟</m:t>
                          </m:r>
                        </m:e>
                      </m:acc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67DF0B0-A55C-7360-7296-E5CA2DB4E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97" y="4767821"/>
                <a:ext cx="178960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标题 11">
            <a:extLst>
              <a:ext uri="{FF2B5EF4-FFF2-40B4-BE49-F238E27FC236}">
                <a16:creationId xmlns:a16="http://schemas.microsoft.com/office/drawing/2014/main" id="{53AE529C-F6B3-B31C-A087-005F51C5CB0D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语法定义</a:t>
            </a:r>
          </a:p>
        </p:txBody>
      </p:sp>
    </p:spTree>
    <p:extLst>
      <p:ext uri="{BB962C8B-B14F-4D97-AF65-F5344CB8AC3E}">
        <p14:creationId xmlns:p14="http://schemas.microsoft.com/office/powerpoint/2010/main" val="2440902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F39E7-DE0B-E8CC-5470-EE07D8E44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CDD00EA1-4313-7ADA-78A9-511110C33294}"/>
              </a:ext>
            </a:extLst>
          </p:cNvPr>
          <p:cNvSpPr/>
          <p:nvPr/>
        </p:nvSpPr>
        <p:spPr>
          <a:xfrm>
            <a:off x="2721428" y="2257878"/>
            <a:ext cx="6749144" cy="546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B0C40FC-4CE7-BFCF-EEED-D4DF6BAE9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20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BD6522-BE31-55CE-77BA-33074D166AC1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值流关系（</a:t>
            </a:r>
            <a:r>
              <a:rPr lang="en-US" altLang="zh-CN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 Flow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FA212B82-3F1A-D0A8-6C10-18FE227B3C8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21428" y="1458472"/>
              <a:ext cx="674914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24893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24829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4889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𝒅𝒅𝒓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𝒐𝒑𝒚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𝒐𝒂𝒅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𝒕𝒐𝒓𝒆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FA212B82-3F1A-D0A8-6C10-18FE227B3C8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21428" y="1458472"/>
              <a:ext cx="674914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24893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24829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85714" r="-885" b="-3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185714" r="-885" b="-2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285714" r="-885" b="-1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385714" r="-885" b="-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30C6D11-C8DC-A2E6-412E-9CB3FA9CFA1A}"/>
                  </a:ext>
                </a:extLst>
              </p:cNvPr>
              <p:cNvSpPr txBox="1"/>
              <p:nvPr/>
            </p:nvSpPr>
            <p:spPr>
              <a:xfrm>
                <a:off x="2921725" y="4756399"/>
                <a:ext cx="1885402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∷=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𝐶𝑜𝑝</m:t>
                      </m:r>
                      <m:sSup>
                        <m:sSupPr>
                          <m:ctrlP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30C6D11-C8DC-A2E6-412E-9CB3FA9CF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725" y="4756399"/>
                <a:ext cx="1885402" cy="4001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>
            <a:extLst>
              <a:ext uri="{FF2B5EF4-FFF2-40B4-BE49-F238E27FC236}">
                <a16:creationId xmlns:a16="http://schemas.microsoft.com/office/drawing/2014/main" id="{2F979A6F-2A74-C7C6-0F7E-94861546FE6F}"/>
              </a:ext>
            </a:extLst>
          </p:cNvPr>
          <p:cNvGrpSpPr/>
          <p:nvPr/>
        </p:nvGrpSpPr>
        <p:grpSpPr>
          <a:xfrm>
            <a:off x="2878184" y="3915499"/>
            <a:ext cx="2033443" cy="614483"/>
            <a:chOff x="4062557" y="4793538"/>
            <a:chExt cx="2033443" cy="614483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C57D199-7CFF-C01C-C28C-065B94AD557B}"/>
                </a:ext>
              </a:extLst>
            </p:cNvPr>
            <p:cNvSpPr/>
            <p:nvPr/>
          </p:nvSpPr>
          <p:spPr>
            <a:xfrm>
              <a:off x="4062557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EE02E823-751C-A88F-7D79-4F3F1B963478}"/>
                </a:ext>
              </a:extLst>
            </p:cNvPr>
            <p:cNvSpPr/>
            <p:nvPr/>
          </p:nvSpPr>
          <p:spPr>
            <a:xfrm>
              <a:off x="5608330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q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262DA15A-B2B1-6C60-39E0-863B66289B4D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550227" y="5164186"/>
              <a:ext cx="105810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5A2D0EF-8C5C-0F21-E2F5-F066C36274C2}"/>
                </a:ext>
              </a:extLst>
            </p:cNvPr>
            <p:cNvSpPr txBox="1"/>
            <p:nvPr/>
          </p:nvSpPr>
          <p:spPr>
            <a:xfrm>
              <a:off x="4667716" y="4793538"/>
              <a:ext cx="849163" cy="384080"/>
            </a:xfrm>
            <a:prstGeom prst="rect">
              <a:avLst/>
            </a:prstGeom>
            <a:noFill/>
            <a:ln w="19050">
              <a:noFill/>
              <a:prstDash val="lgDash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2400"/>
                </a:lnSpc>
                <a:spcBef>
                  <a:spcPts val="600"/>
                </a:spcBef>
              </a:pPr>
              <a:r>
                <a:rPr lang="en-US" altLang="zh-CN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Copy</a:t>
              </a:r>
              <a:endParaRPr lang="zh-CN" altLang="en-US" sz="1600" dirty="0"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FA07373-BC20-184B-7A8C-F20A388B5802}"/>
                  </a:ext>
                </a:extLst>
              </p:cNvPr>
              <p:cNvSpPr txBox="1"/>
              <p:nvPr/>
            </p:nvSpPr>
            <p:spPr>
              <a:xfrm>
                <a:off x="7050663" y="4094635"/>
                <a:ext cx="2492349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non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:r>
                  <a:rPr lang="en-US" altLang="zh-CN" sz="2000" b="0" dirty="0">
                    <a:solidFill>
                      <a:srgbClr val="0026FF"/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altLang="zh-CN" sz="2000" b="0" i="1" dirty="0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↦</m:t>
                    </m:r>
                    <m:r>
                      <a:rPr lang="en-US" altLang="zh-CN" sz="2000" b="0" i="1" dirty="0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</m:t>
                    </m:r>
                  </m:oMath>
                </a14:m>
                <a:r>
                  <a:rPr lang="zh-CN" altLang="en-US" sz="2000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zh-CN" sz="2000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altLang="zh-CN" sz="2000" b="0" i="1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↦</m:t>
                    </m:r>
                    <m:r>
                      <a:rPr lang="en-US" altLang="zh-CN" sz="2000" b="0" i="1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𝑜</m:t>
                    </m:r>
                  </m:oMath>
                </a14:m>
                <a:r>
                  <a:rPr lang="en-US" altLang="zh-CN" sz="2000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zh-CN" altLang="en-US" sz="2000" dirty="0">
                  <a:solidFill>
                    <a:srgbClr val="0026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FA07373-BC20-184B-7A8C-F20A388B5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0663" y="4094635"/>
                <a:ext cx="2492349" cy="400110"/>
              </a:xfrm>
              <a:prstGeom prst="rect">
                <a:avLst/>
              </a:prstGeom>
              <a:blipFill>
                <a:blip r:embed="rId5"/>
                <a:stretch>
                  <a:fillRect l="-2206" t="-10769" b="-27692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1">
            <a:extLst>
              <a:ext uri="{FF2B5EF4-FFF2-40B4-BE49-F238E27FC236}">
                <a16:creationId xmlns:a16="http://schemas.microsoft.com/office/drawing/2014/main" id="{C5B4C810-BF7A-3B82-95D7-E93F0F01B6BA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语法定义</a:t>
            </a:r>
          </a:p>
        </p:txBody>
      </p:sp>
    </p:spTree>
    <p:extLst>
      <p:ext uri="{BB962C8B-B14F-4D97-AF65-F5344CB8AC3E}">
        <p14:creationId xmlns:p14="http://schemas.microsoft.com/office/powerpoint/2010/main" val="2846826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332E4-D4BB-A9AC-9058-4A4B3F685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B41165-66AF-BE24-7B96-600E1B4AAF7C}"/>
              </a:ext>
            </a:extLst>
          </p:cNvPr>
          <p:cNvSpPr/>
          <p:nvPr/>
        </p:nvSpPr>
        <p:spPr>
          <a:xfrm>
            <a:off x="2721428" y="2728145"/>
            <a:ext cx="6749144" cy="102524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DC23692-2BD0-68D6-A3A2-D48B2649A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21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F0D6E4-9EC5-7776-2451-8C7F406484FA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值流关系（</a:t>
            </a:r>
            <a:r>
              <a:rPr lang="en-US" altLang="zh-CN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 Flow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E58C0614-7C5E-8440-4C14-B8EA266B7AB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21428" y="1458472"/>
              <a:ext cx="674914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24893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24829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4889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𝒅𝒅𝒓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𝒐𝒑𝒚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𝒐𝒂𝒅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𝒕𝒐𝒓𝒆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E58C0614-7C5E-8440-4C14-B8EA266B7AB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21428" y="1458472"/>
              <a:ext cx="674914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24893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24829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85714" r="-885" b="-3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185714" r="-885" b="-2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285714" r="-885" b="-1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385714" r="-885" b="-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32CAA59-E433-9835-EB00-EA846CA253FA}"/>
                  </a:ext>
                </a:extLst>
              </p:cNvPr>
              <p:cNvSpPr txBox="1"/>
              <p:nvPr/>
            </p:nvSpPr>
            <p:spPr>
              <a:xfrm>
                <a:off x="2638513" y="4750348"/>
                <a:ext cx="4551054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∷=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𝐶𝑜𝑝</m:t>
                          </m:r>
                          <m:sSup>
                            <m:sSupPr>
                              <m:ctrlPr>
                                <a:rPr lang="en-US" altLang="zh-CN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</m:e>
                      </m:d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𝑆𝑡𝑜𝑟𝑒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𝐿𝑜𝑎𝑑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32CAA59-E433-9835-EB00-EA846CA25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513" y="4750348"/>
                <a:ext cx="4551054" cy="4001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椭圆 14">
            <a:extLst>
              <a:ext uri="{FF2B5EF4-FFF2-40B4-BE49-F238E27FC236}">
                <a16:creationId xmlns:a16="http://schemas.microsoft.com/office/drawing/2014/main" id="{ECEA0632-DF7C-3E24-ED31-C39BBF04DF81}"/>
              </a:ext>
            </a:extLst>
          </p:cNvPr>
          <p:cNvSpPr/>
          <p:nvPr/>
        </p:nvSpPr>
        <p:spPr>
          <a:xfrm>
            <a:off x="2730132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72774C3-44AD-23FE-9C60-AD6FBFB40156}"/>
              </a:ext>
            </a:extLst>
          </p:cNvPr>
          <p:cNvSpPr/>
          <p:nvPr/>
        </p:nvSpPr>
        <p:spPr>
          <a:xfrm>
            <a:off x="4293323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085EBE7-EA00-B62F-2407-374BEDB1B723}"/>
              </a:ext>
            </a:extLst>
          </p:cNvPr>
          <p:cNvCxnSpPr>
            <a:cxnSpLocks/>
            <a:stCxn id="15" idx="6"/>
            <a:endCxn id="16" idx="2"/>
          </p:cNvCxnSpPr>
          <p:nvPr/>
        </p:nvCxnSpPr>
        <p:spPr>
          <a:xfrm>
            <a:off x="3217802" y="4286147"/>
            <a:ext cx="10755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16766D5-2D16-4CF4-925B-8ED859A45573}"/>
              </a:ext>
            </a:extLst>
          </p:cNvPr>
          <p:cNvSpPr txBox="1"/>
          <p:nvPr/>
        </p:nvSpPr>
        <p:spPr>
          <a:xfrm>
            <a:off x="3352709" y="3915499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Store</a:t>
            </a:r>
            <a:endParaRPr lang="zh-CN" altLang="en-US" sz="1600" dirty="0">
              <a:solidFill>
                <a:srgbClr val="0070C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0115A78-32B0-56B1-4582-75EB10FA01CA}"/>
              </a:ext>
            </a:extLst>
          </p:cNvPr>
          <p:cNvSpPr/>
          <p:nvPr/>
        </p:nvSpPr>
        <p:spPr>
          <a:xfrm>
            <a:off x="5821767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29740CC7-F83B-035E-35E5-330D877FA2AB}"/>
              </a:ext>
            </a:extLst>
          </p:cNvPr>
          <p:cNvCxnSpPr>
            <a:cxnSpLocks/>
            <a:stCxn id="16" idx="6"/>
            <a:endCxn id="5" idx="2"/>
          </p:cNvCxnSpPr>
          <p:nvPr/>
        </p:nvCxnSpPr>
        <p:spPr>
          <a:xfrm>
            <a:off x="4780993" y="4286147"/>
            <a:ext cx="104077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9CDFFD66-59AC-DD11-7052-752659166947}"/>
              </a:ext>
            </a:extLst>
          </p:cNvPr>
          <p:cNvSpPr txBox="1"/>
          <p:nvPr/>
        </p:nvSpPr>
        <p:spPr>
          <a:xfrm>
            <a:off x="4837609" y="3915499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Load</a:t>
            </a:r>
            <a:endParaRPr lang="zh-CN" altLang="en-US" sz="16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5AA5C0A-FF3C-ECDF-DAAE-4A3035C0121B}"/>
                  </a:ext>
                </a:extLst>
              </p:cNvPr>
              <p:cNvSpPr txBox="1"/>
              <p:nvPr/>
            </p:nvSpPr>
            <p:spPr>
              <a:xfrm>
                <a:off x="7050663" y="4094635"/>
                <a:ext cx="2492349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non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:r>
                  <a:rPr lang="en-US" altLang="zh-CN" sz="2000" b="0" dirty="0">
                    <a:solidFill>
                      <a:srgbClr val="0026FF"/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altLang="zh-CN" sz="2000" b="0" i="1" dirty="0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↦</m:t>
                    </m:r>
                    <m:r>
                      <a:rPr lang="en-US" altLang="zh-CN" sz="2000" b="0" i="1" dirty="0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</m:t>
                    </m:r>
                  </m:oMath>
                </a14:m>
                <a:r>
                  <a:rPr lang="zh-CN" altLang="en-US" sz="2000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zh-CN" sz="2000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altLang="zh-CN" sz="2000" b="0" i="1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↦</m:t>
                    </m:r>
                    <m:r>
                      <a:rPr lang="en-US" altLang="zh-CN" sz="2000" b="0" i="1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𝑜</m:t>
                    </m:r>
                  </m:oMath>
                </a14:m>
                <a:r>
                  <a:rPr lang="en-US" altLang="zh-CN" sz="2000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zh-CN" altLang="en-US" sz="2000" dirty="0">
                  <a:solidFill>
                    <a:srgbClr val="0026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5AA5C0A-FF3C-ECDF-DAAE-4A3035C01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0663" y="4094635"/>
                <a:ext cx="2492349" cy="400110"/>
              </a:xfrm>
              <a:prstGeom prst="rect">
                <a:avLst/>
              </a:prstGeom>
              <a:blipFill>
                <a:blip r:embed="rId5"/>
                <a:stretch>
                  <a:fillRect l="-2206" t="-10769" b="-27692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标题 11">
            <a:extLst>
              <a:ext uri="{FF2B5EF4-FFF2-40B4-BE49-F238E27FC236}">
                <a16:creationId xmlns:a16="http://schemas.microsoft.com/office/drawing/2014/main" id="{C2A82EDE-DF59-2A82-60FE-4465000FC4D3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语法定义</a:t>
            </a:r>
          </a:p>
        </p:txBody>
      </p:sp>
    </p:spTree>
    <p:extLst>
      <p:ext uri="{BB962C8B-B14F-4D97-AF65-F5344CB8AC3E}">
        <p14:creationId xmlns:p14="http://schemas.microsoft.com/office/powerpoint/2010/main" val="1843507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F9DAB-F93C-2269-4789-76C5A893F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A1CD1A9-750B-59C7-C8AE-0CC94B33DFD1}"/>
              </a:ext>
            </a:extLst>
          </p:cNvPr>
          <p:cNvSpPr/>
          <p:nvPr/>
        </p:nvSpPr>
        <p:spPr>
          <a:xfrm>
            <a:off x="2721428" y="2728146"/>
            <a:ext cx="6749144" cy="5462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78F16BA-71DF-2F42-A0AB-93BCE570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22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36CF6E-2C8F-730C-6F76-389EB3551F20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别名关系（</a:t>
            </a:r>
            <a:r>
              <a:rPr lang="en-US" altLang="zh-CN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 Alias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622B3236-FBAA-C621-20E4-9D941114596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21428" y="1458472"/>
              <a:ext cx="674914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24893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24829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4889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𝒅𝒅𝒓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𝒐𝒑𝒚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𝒐𝒂𝒅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𝒕𝒐𝒓𝒆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EC0E17F4-76DD-818F-A9F0-CDD04E34313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21428" y="1458472"/>
              <a:ext cx="674914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24893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24829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85714" r="-885" b="-3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185714" r="-885" b="-2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285714" r="-885" b="-1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385714" r="-885" b="-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7BD4F17-F6ED-8F7D-B997-066EC236A1D0}"/>
                  </a:ext>
                </a:extLst>
              </p:cNvPr>
              <p:cNvSpPr txBox="1"/>
              <p:nvPr/>
            </p:nvSpPr>
            <p:spPr>
              <a:xfrm>
                <a:off x="6518176" y="4085926"/>
                <a:ext cx="4097275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non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</m:oMath>
                </a14:m>
                <a:r>
                  <a:rPr lang="zh-CN" altLang="en-US" sz="2000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zh-CN" sz="2000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</m:oMath>
                </a14:m>
                <a:r>
                  <a:rPr lang="zh-CN" altLang="en-US" sz="2000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zh-CN" sz="2000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may point to the same object</a:t>
                </a:r>
                <a:endParaRPr lang="zh-CN" altLang="en-US" sz="2000" dirty="0">
                  <a:solidFill>
                    <a:srgbClr val="0026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7BD4F17-F6ED-8F7D-B997-066EC236A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176" y="4085926"/>
                <a:ext cx="4097275" cy="400110"/>
              </a:xfrm>
              <a:prstGeom prst="rect">
                <a:avLst/>
              </a:prstGeom>
              <a:blipFill>
                <a:blip r:embed="rId4"/>
                <a:stretch>
                  <a:fillRect t="-7576" r="-1190" b="-2575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椭圆 7">
            <a:extLst>
              <a:ext uri="{FF2B5EF4-FFF2-40B4-BE49-F238E27FC236}">
                <a16:creationId xmlns:a16="http://schemas.microsoft.com/office/drawing/2014/main" id="{DA8A8155-BF0F-4223-FE72-16CAEC01CAB6}"/>
              </a:ext>
            </a:extLst>
          </p:cNvPr>
          <p:cNvSpPr/>
          <p:nvPr/>
        </p:nvSpPr>
        <p:spPr>
          <a:xfrm>
            <a:off x="2050859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52373A9-CE5F-A85B-6B00-F60D1F6DD25F}"/>
              </a:ext>
            </a:extLst>
          </p:cNvPr>
          <p:cNvSpPr/>
          <p:nvPr/>
        </p:nvSpPr>
        <p:spPr>
          <a:xfrm>
            <a:off x="3614050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562AC339-2FFE-27DD-7A97-EAFB0AF99641}"/>
              </a:ext>
            </a:extLst>
          </p:cNvPr>
          <p:cNvSpPr/>
          <p:nvPr/>
        </p:nvSpPr>
        <p:spPr>
          <a:xfrm>
            <a:off x="5142494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C0C1A20-E183-16CA-4D3E-02BC627A7F28}"/>
              </a:ext>
            </a:extLst>
          </p:cNvPr>
          <p:cNvCxnSpPr>
            <a:cxnSpLocks/>
            <a:stCxn id="12" idx="6"/>
            <a:endCxn id="20" idx="2"/>
          </p:cNvCxnSpPr>
          <p:nvPr/>
        </p:nvCxnSpPr>
        <p:spPr>
          <a:xfrm>
            <a:off x="4101720" y="4286147"/>
            <a:ext cx="104077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193988A5-0A13-B280-AAE8-8EF5DB4CFB01}"/>
              </a:ext>
            </a:extLst>
          </p:cNvPr>
          <p:cNvSpPr txBox="1"/>
          <p:nvPr/>
        </p:nvSpPr>
        <p:spPr>
          <a:xfrm>
            <a:off x="4158336" y="3915499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Load</a:t>
            </a:r>
            <a:endParaRPr lang="zh-CN" altLang="en-US" sz="16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33405DE-DC1B-B947-F8F8-3186840EA62A}"/>
              </a:ext>
            </a:extLst>
          </p:cNvPr>
          <p:cNvCxnSpPr>
            <a:cxnSpLocks/>
            <a:stCxn id="12" idx="2"/>
            <a:endCxn id="8" idx="6"/>
          </p:cNvCxnSpPr>
          <p:nvPr/>
        </p:nvCxnSpPr>
        <p:spPr>
          <a:xfrm flipH="1">
            <a:off x="2538529" y="4286147"/>
            <a:ext cx="1075521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3731C14F-B731-7CB0-3671-19053F3DD81D}"/>
              </a:ext>
            </a:extLst>
          </p:cNvPr>
          <p:cNvSpPr txBox="1"/>
          <p:nvPr/>
        </p:nvSpPr>
        <p:spPr>
          <a:xfrm>
            <a:off x="2732170" y="3915499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Load</a:t>
            </a:r>
            <a:endParaRPr lang="zh-CN" altLang="en-US" sz="16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6D5FEE2-8027-EE0C-F2E1-65D58A82CAE5}"/>
                  </a:ext>
                </a:extLst>
              </p:cNvPr>
              <p:cNvSpPr txBox="1"/>
              <p:nvPr/>
            </p:nvSpPr>
            <p:spPr>
              <a:xfrm>
                <a:off x="2629804" y="4750348"/>
                <a:ext cx="2479525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𝑉𝐴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∷= </m:t>
                      </m:r>
                      <m:acc>
                        <m:accPr>
                          <m:chr m:val="̅"/>
                          <m:ctrlP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𝐿𝑜𝑎𝑑</m:t>
                          </m:r>
                        </m:e>
                      </m:acc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𝐿𝑜𝑎𝑑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6D5FEE2-8027-EE0C-F2E1-65D58A82C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804" y="4750348"/>
                <a:ext cx="247952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标题 11">
            <a:extLst>
              <a:ext uri="{FF2B5EF4-FFF2-40B4-BE49-F238E27FC236}">
                <a16:creationId xmlns:a16="http://schemas.microsoft.com/office/drawing/2014/main" id="{613868FE-20FC-1D93-0609-4D7A36C72727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语法定义</a:t>
            </a:r>
          </a:p>
        </p:txBody>
      </p:sp>
    </p:spTree>
    <p:extLst>
      <p:ext uri="{BB962C8B-B14F-4D97-AF65-F5344CB8AC3E}">
        <p14:creationId xmlns:p14="http://schemas.microsoft.com/office/powerpoint/2010/main" val="1934079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92219-B15F-150A-0237-EA35215DB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15BD216-CF47-C959-376C-B30485740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23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8ED76E4-AF12-40BD-211A-90DF28FC5FFF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别名关系（</a:t>
            </a:r>
            <a:r>
              <a:rPr lang="en-US" altLang="zh-CN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 Alias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DA16FC9B-F4B1-0736-73C4-FDCE81CF0B7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21428" y="1458472"/>
              <a:ext cx="674914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24893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24829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4889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𝒅𝒅𝒓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𝒐𝒑𝒚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𝒐𝒂𝒅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𝒕𝒐𝒓𝒆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EC0E17F4-76DD-818F-A9F0-CDD04E34313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21428" y="1458472"/>
              <a:ext cx="674914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24893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24829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85714" r="-885" b="-3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185714" r="-885" b="-2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285714" r="-885" b="-1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385714" r="-885" b="-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F34AC04-3A90-1826-F086-A4F27C29CCCB}"/>
                  </a:ext>
                </a:extLst>
              </p:cNvPr>
              <p:cNvSpPr txBox="1"/>
              <p:nvPr/>
            </p:nvSpPr>
            <p:spPr>
              <a:xfrm>
                <a:off x="6518176" y="4085926"/>
                <a:ext cx="4097275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non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</m:oMath>
                </a14:m>
                <a:r>
                  <a:rPr lang="zh-CN" altLang="en-US" sz="2000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zh-CN" sz="2000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</m:oMath>
                </a14:m>
                <a:r>
                  <a:rPr lang="zh-CN" altLang="en-US" sz="2000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zh-CN" sz="2000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may point to the same object</a:t>
                </a:r>
                <a:endParaRPr lang="zh-CN" altLang="en-US" sz="2000" dirty="0">
                  <a:solidFill>
                    <a:srgbClr val="0026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F34AC04-3A90-1826-F086-A4F27C29C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176" y="4085926"/>
                <a:ext cx="4097275" cy="400110"/>
              </a:xfrm>
              <a:prstGeom prst="rect">
                <a:avLst/>
              </a:prstGeom>
              <a:blipFill>
                <a:blip r:embed="rId4"/>
                <a:stretch>
                  <a:fillRect t="-7576" r="-1190" b="-2575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3EDAFC1-AAA2-E6AB-9F50-A7C7301CF200}"/>
                  </a:ext>
                </a:extLst>
              </p:cNvPr>
              <p:cNvSpPr txBox="1"/>
              <p:nvPr/>
            </p:nvSpPr>
            <p:spPr>
              <a:xfrm>
                <a:off x="1593480" y="4750348"/>
                <a:ext cx="4564390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𝑉𝐴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∷= </m:t>
                      </m:r>
                      <m:acc>
                        <m:accPr>
                          <m:chr m:val="̅"/>
                          <m:ctrlP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𝐿𝑜𝑎𝑑</m:t>
                          </m:r>
                        </m:e>
                      </m:acc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𝐿𝑜𝑎𝑑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|  </m:t>
                      </m:r>
                      <m:acc>
                        <m:accPr>
                          <m:chr m:val="̅"/>
                          <m:ctrlP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𝑉𝐹</m:t>
                          </m:r>
                        </m:e>
                      </m:acc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𝑉𝐴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|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𝑉𝐴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3EDAFC1-AAA2-E6AB-9F50-A7C7301CF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480" y="4750348"/>
                <a:ext cx="4564390" cy="4001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椭圆 15">
            <a:extLst>
              <a:ext uri="{FF2B5EF4-FFF2-40B4-BE49-F238E27FC236}">
                <a16:creationId xmlns:a16="http://schemas.microsoft.com/office/drawing/2014/main" id="{3F74EE62-EBA3-372B-0774-77F46172505E}"/>
              </a:ext>
            </a:extLst>
          </p:cNvPr>
          <p:cNvSpPr/>
          <p:nvPr/>
        </p:nvSpPr>
        <p:spPr>
          <a:xfrm>
            <a:off x="2521121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637A9EE1-11F5-C907-B612-29B39023518F}"/>
              </a:ext>
            </a:extLst>
          </p:cNvPr>
          <p:cNvSpPr/>
          <p:nvPr/>
        </p:nvSpPr>
        <p:spPr>
          <a:xfrm>
            <a:off x="3614050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0CA8E4F1-FB34-F338-FF04-62604DAE86A0}"/>
              </a:ext>
            </a:extLst>
          </p:cNvPr>
          <p:cNvSpPr/>
          <p:nvPr/>
        </p:nvSpPr>
        <p:spPr>
          <a:xfrm>
            <a:off x="4707061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8972D27-635C-E3EC-B408-D53C3CC21874}"/>
              </a:ext>
            </a:extLst>
          </p:cNvPr>
          <p:cNvCxnSpPr>
            <a:cxnSpLocks/>
            <a:stCxn id="17" idx="6"/>
            <a:endCxn id="18" idx="2"/>
          </p:cNvCxnSpPr>
          <p:nvPr/>
        </p:nvCxnSpPr>
        <p:spPr>
          <a:xfrm>
            <a:off x="4101720" y="4286147"/>
            <a:ext cx="605341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713C4659-D45A-AB63-7DCF-5AF5D33A0224}"/>
              </a:ext>
            </a:extLst>
          </p:cNvPr>
          <p:cNvSpPr txBox="1"/>
          <p:nvPr/>
        </p:nvSpPr>
        <p:spPr>
          <a:xfrm>
            <a:off x="3940619" y="3915499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Load</a:t>
            </a:r>
            <a:endParaRPr lang="zh-CN" altLang="en-US" sz="16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115CF00-9D32-49E1-41A7-0CD9B47E08D9}"/>
              </a:ext>
            </a:extLst>
          </p:cNvPr>
          <p:cNvCxnSpPr>
            <a:cxnSpLocks/>
            <a:stCxn id="17" idx="2"/>
            <a:endCxn id="16" idx="6"/>
          </p:cNvCxnSpPr>
          <p:nvPr/>
        </p:nvCxnSpPr>
        <p:spPr>
          <a:xfrm flipH="1">
            <a:off x="3008791" y="4286147"/>
            <a:ext cx="605259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1CB381FE-49F7-A698-F3C6-D3041251125A}"/>
              </a:ext>
            </a:extLst>
          </p:cNvPr>
          <p:cNvSpPr txBox="1"/>
          <p:nvPr/>
        </p:nvSpPr>
        <p:spPr>
          <a:xfrm>
            <a:off x="2915054" y="3915499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Load</a:t>
            </a:r>
            <a:endParaRPr lang="zh-CN" altLang="en-US" sz="16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4CA75253-950A-27BB-1504-7C4853826EC6}"/>
              </a:ext>
            </a:extLst>
          </p:cNvPr>
          <p:cNvSpPr/>
          <p:nvPr/>
        </p:nvSpPr>
        <p:spPr>
          <a:xfrm>
            <a:off x="5682395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A5AE72CC-3027-C3B3-F614-CEAF9B670A23}"/>
              </a:ext>
            </a:extLst>
          </p:cNvPr>
          <p:cNvCxnSpPr>
            <a:cxnSpLocks/>
            <a:stCxn id="18" idx="6"/>
            <a:endCxn id="28" idx="2"/>
          </p:cNvCxnSpPr>
          <p:nvPr/>
        </p:nvCxnSpPr>
        <p:spPr>
          <a:xfrm>
            <a:off x="5194731" y="4286147"/>
            <a:ext cx="48766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CB7FA060-46D1-EA1B-A019-A13326DB4F1B}"/>
              </a:ext>
            </a:extLst>
          </p:cNvPr>
          <p:cNvSpPr txBox="1"/>
          <p:nvPr/>
        </p:nvSpPr>
        <p:spPr>
          <a:xfrm>
            <a:off x="4976915" y="3915499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VF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193B4928-6613-2018-5959-4B24BE5EB717}"/>
              </a:ext>
            </a:extLst>
          </p:cNvPr>
          <p:cNvSpPr/>
          <p:nvPr/>
        </p:nvSpPr>
        <p:spPr>
          <a:xfrm>
            <a:off x="1537132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BF757C6B-09C2-0568-9627-5C5874B5CDFD}"/>
              </a:ext>
            </a:extLst>
          </p:cNvPr>
          <p:cNvCxnSpPr>
            <a:cxnSpLocks/>
            <a:stCxn id="16" idx="2"/>
            <a:endCxn id="32" idx="6"/>
          </p:cNvCxnSpPr>
          <p:nvPr/>
        </p:nvCxnSpPr>
        <p:spPr>
          <a:xfrm flipH="1">
            <a:off x="2024802" y="4286147"/>
            <a:ext cx="49631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2013FCC6-5818-D0CE-8187-D172CCE1DCBE}"/>
              </a:ext>
            </a:extLst>
          </p:cNvPr>
          <p:cNvSpPr txBox="1"/>
          <p:nvPr/>
        </p:nvSpPr>
        <p:spPr>
          <a:xfrm>
            <a:off x="1896233" y="3915499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VF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标题 11">
            <a:extLst>
              <a:ext uri="{FF2B5EF4-FFF2-40B4-BE49-F238E27FC236}">
                <a16:creationId xmlns:a16="http://schemas.microsoft.com/office/drawing/2014/main" id="{4295AE67-5D94-0A25-0BF4-A42457E3BEEB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语法定义</a:t>
            </a:r>
          </a:p>
        </p:txBody>
      </p:sp>
    </p:spTree>
    <p:extLst>
      <p:ext uri="{BB962C8B-B14F-4D97-AF65-F5344CB8AC3E}">
        <p14:creationId xmlns:p14="http://schemas.microsoft.com/office/powerpoint/2010/main" val="3726951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FEDE9-7715-6DA3-B70D-965A023AC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1F75173-D022-5B31-9BF8-23AB99645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24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162906-8041-3DF6-0F00-BFA913DB35E1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别名关系（</a:t>
            </a:r>
            <a:r>
              <a:rPr lang="en-US" altLang="zh-CN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 Alias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EC0E17F4-76DD-818F-A9F0-CDD04E34313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21428" y="1458472"/>
              <a:ext cx="674914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24893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24829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4889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𝒅𝒅𝒓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𝒐𝒑𝒚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𝒐𝒂𝒅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𝒕𝒐𝒓𝒆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EC0E17F4-76DD-818F-A9F0-CDD04E34313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21428" y="1458472"/>
              <a:ext cx="674914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24893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24829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85714" r="-885" b="-3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185714" r="-885" b="-2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285714" r="-885" b="-1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385714" r="-885" b="-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7F1ADB6-3011-B10F-925C-14B2B398DFB5}"/>
                  </a:ext>
                </a:extLst>
              </p:cNvPr>
              <p:cNvSpPr txBox="1"/>
              <p:nvPr/>
            </p:nvSpPr>
            <p:spPr>
              <a:xfrm>
                <a:off x="6518176" y="4085926"/>
                <a:ext cx="4097275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non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</m:oMath>
                </a14:m>
                <a:r>
                  <a:rPr lang="zh-CN" altLang="en-US" sz="2000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zh-CN" sz="2000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</m:oMath>
                </a14:m>
                <a:r>
                  <a:rPr lang="zh-CN" altLang="en-US" sz="2000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zh-CN" sz="2000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may point to the same object</a:t>
                </a:r>
                <a:endParaRPr lang="zh-CN" altLang="en-US" sz="2000" dirty="0">
                  <a:solidFill>
                    <a:srgbClr val="0026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7F1ADB6-3011-B10F-925C-14B2B398D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176" y="4085926"/>
                <a:ext cx="4097275" cy="400110"/>
              </a:xfrm>
              <a:prstGeom prst="rect">
                <a:avLst/>
              </a:prstGeom>
              <a:blipFill>
                <a:blip r:embed="rId4"/>
                <a:stretch>
                  <a:fillRect t="-7576" r="-1190" b="-2575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C989789-C63A-05B1-26AA-473CD2866297}"/>
                  </a:ext>
                </a:extLst>
              </p:cNvPr>
              <p:cNvSpPr txBox="1"/>
              <p:nvPr/>
            </p:nvSpPr>
            <p:spPr>
              <a:xfrm>
                <a:off x="1593480" y="4750348"/>
                <a:ext cx="5003999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𝑉𝐴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∷= </m:t>
                      </m:r>
                      <m:acc>
                        <m:accPr>
                          <m:chr m:val="̅"/>
                          <m:ctrlP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𝐿𝑜𝑎𝑑</m:t>
                          </m:r>
                        </m:e>
                      </m:acc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𝑉𝐴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𝐿𝑜𝑎𝑑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|  </m:t>
                      </m:r>
                      <m:acc>
                        <m:accPr>
                          <m:chr m:val="̅"/>
                          <m:ctrlP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𝑉𝐹</m:t>
                          </m:r>
                        </m:e>
                      </m:acc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𝑉𝐴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|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𝑉𝐴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C989789-C63A-05B1-26AA-473CD2866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480" y="4750348"/>
                <a:ext cx="5003999" cy="4001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椭圆 15">
            <a:extLst>
              <a:ext uri="{FF2B5EF4-FFF2-40B4-BE49-F238E27FC236}">
                <a16:creationId xmlns:a16="http://schemas.microsoft.com/office/drawing/2014/main" id="{3BD83439-014B-AC81-380C-A0BE1DB19822}"/>
              </a:ext>
            </a:extLst>
          </p:cNvPr>
          <p:cNvSpPr/>
          <p:nvPr/>
        </p:nvSpPr>
        <p:spPr>
          <a:xfrm>
            <a:off x="1929553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C69F180-4832-228E-A5E7-B925F670335A}"/>
              </a:ext>
            </a:extLst>
          </p:cNvPr>
          <p:cNvSpPr/>
          <p:nvPr/>
        </p:nvSpPr>
        <p:spPr>
          <a:xfrm>
            <a:off x="3022482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E7A38FD4-CA0F-1B8C-ACC4-78DA6836F37F}"/>
              </a:ext>
            </a:extLst>
          </p:cNvPr>
          <p:cNvSpPr/>
          <p:nvPr/>
        </p:nvSpPr>
        <p:spPr>
          <a:xfrm>
            <a:off x="5334079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E3CD04E-5D72-CF90-0BCF-04282B1368D2}"/>
              </a:ext>
            </a:extLst>
          </p:cNvPr>
          <p:cNvCxnSpPr>
            <a:cxnSpLocks/>
            <a:stCxn id="36" idx="6"/>
            <a:endCxn id="18" idx="2"/>
          </p:cNvCxnSpPr>
          <p:nvPr/>
        </p:nvCxnSpPr>
        <p:spPr>
          <a:xfrm>
            <a:off x="4706927" y="4281129"/>
            <a:ext cx="627152" cy="5018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0BF4CDEF-F600-4903-0460-FDFA771E819A}"/>
              </a:ext>
            </a:extLst>
          </p:cNvPr>
          <p:cNvSpPr txBox="1"/>
          <p:nvPr/>
        </p:nvSpPr>
        <p:spPr>
          <a:xfrm>
            <a:off x="4567637" y="3915499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Load</a:t>
            </a:r>
            <a:endParaRPr lang="zh-CN" altLang="en-US" sz="16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848D572-1AE6-215A-B855-4AC55E377E29}"/>
              </a:ext>
            </a:extLst>
          </p:cNvPr>
          <p:cNvCxnSpPr>
            <a:cxnSpLocks/>
            <a:stCxn id="17" idx="2"/>
            <a:endCxn id="16" idx="6"/>
          </p:cNvCxnSpPr>
          <p:nvPr/>
        </p:nvCxnSpPr>
        <p:spPr>
          <a:xfrm flipH="1">
            <a:off x="2417223" y="4286147"/>
            <a:ext cx="605259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FA461CEA-1994-576E-184E-2C655DA0D69E}"/>
              </a:ext>
            </a:extLst>
          </p:cNvPr>
          <p:cNvSpPr txBox="1"/>
          <p:nvPr/>
        </p:nvSpPr>
        <p:spPr>
          <a:xfrm>
            <a:off x="2323486" y="3915499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Load</a:t>
            </a:r>
            <a:endParaRPr lang="zh-CN" altLang="en-US" sz="16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6E637481-B861-9C71-7595-F23355261194}"/>
              </a:ext>
            </a:extLst>
          </p:cNvPr>
          <p:cNvSpPr/>
          <p:nvPr/>
        </p:nvSpPr>
        <p:spPr>
          <a:xfrm>
            <a:off x="4219257" y="4037294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7D65D263-BB95-7B8C-1B35-6233F6BFC06F}"/>
              </a:ext>
            </a:extLst>
          </p:cNvPr>
          <p:cNvCxnSpPr>
            <a:cxnSpLocks/>
            <a:stCxn id="17" idx="6"/>
            <a:endCxn id="36" idx="2"/>
          </p:cNvCxnSpPr>
          <p:nvPr/>
        </p:nvCxnSpPr>
        <p:spPr>
          <a:xfrm flipV="1">
            <a:off x="3510152" y="4281129"/>
            <a:ext cx="709105" cy="5018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1057F0F1-0F70-C978-7015-E90539180498}"/>
              </a:ext>
            </a:extLst>
          </p:cNvPr>
          <p:cNvSpPr txBox="1"/>
          <p:nvPr/>
        </p:nvSpPr>
        <p:spPr>
          <a:xfrm>
            <a:off x="3463451" y="3919871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标题 11">
            <a:extLst>
              <a:ext uri="{FF2B5EF4-FFF2-40B4-BE49-F238E27FC236}">
                <a16:creationId xmlns:a16="http://schemas.microsoft.com/office/drawing/2014/main" id="{F26B36B1-DC99-BC5E-34D1-6F8327CDDCDE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语法定义</a:t>
            </a:r>
          </a:p>
        </p:txBody>
      </p:sp>
      <p:sp>
        <p:nvSpPr>
          <p:cNvPr id="8" name="爆炸形: 14 pt  7">
            <a:extLst>
              <a:ext uri="{FF2B5EF4-FFF2-40B4-BE49-F238E27FC236}">
                <a16:creationId xmlns:a16="http://schemas.microsoft.com/office/drawing/2014/main" id="{1EC1440A-7D42-4022-BB19-6B2873F3BE66}"/>
              </a:ext>
            </a:extLst>
          </p:cNvPr>
          <p:cNvSpPr/>
          <p:nvPr/>
        </p:nvSpPr>
        <p:spPr>
          <a:xfrm>
            <a:off x="7280365" y="4558468"/>
            <a:ext cx="2810447" cy="1485281"/>
          </a:xfrm>
          <a:prstGeom prst="irregularSeal2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986B257-58D8-9AB0-B600-E537D801F7D2}"/>
                  </a:ext>
                </a:extLst>
              </p:cNvPr>
              <p:cNvSpPr txBox="1"/>
              <p:nvPr/>
            </p:nvSpPr>
            <p:spPr>
              <a:xfrm>
                <a:off x="7945103" y="5133043"/>
                <a:ext cx="1435008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barPr>
                        <m:e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𝑉𝐴</m:t>
                          </m:r>
                        </m:e>
                      </m:ba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∷=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𝑉𝐴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986B257-58D8-9AB0-B600-E537D801F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5103" y="5133043"/>
                <a:ext cx="143500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1334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691A1-8D85-9661-04AD-4E02B9F87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8DBC9BE-F059-D161-4B6F-3E4F5AF37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25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C59199-C16F-26A5-059F-CE27E300F9CB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补充：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5705ED68-AA15-CB4F-78EF-F5BB8483434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21428" y="1458472"/>
              <a:ext cx="674914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24893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24829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4889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𝒅𝒅𝒓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𝒐𝒑𝒚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𝒐𝒂𝒅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𝒕𝒐𝒓𝒆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EC0E17F4-76DD-818F-A9F0-CDD04E34313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21428" y="1458472"/>
              <a:ext cx="674914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24893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24829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85714" r="-885" b="-3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185714" r="-885" b="-2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285714" r="-885" b="-1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385714" r="-885" b="-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椭圆 15">
            <a:extLst>
              <a:ext uri="{FF2B5EF4-FFF2-40B4-BE49-F238E27FC236}">
                <a16:creationId xmlns:a16="http://schemas.microsoft.com/office/drawing/2014/main" id="{2E69F22D-AC2F-8C83-21F2-26DE4A2A3F9F}"/>
              </a:ext>
            </a:extLst>
          </p:cNvPr>
          <p:cNvSpPr/>
          <p:nvPr/>
        </p:nvSpPr>
        <p:spPr>
          <a:xfrm>
            <a:off x="4047605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23194A4-3C1B-992B-F5C8-0784AA08EBB1}"/>
              </a:ext>
            </a:extLst>
          </p:cNvPr>
          <p:cNvSpPr/>
          <p:nvPr/>
        </p:nvSpPr>
        <p:spPr>
          <a:xfrm>
            <a:off x="5140534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1DFB463-5275-C5D4-38EE-E046394183B4}"/>
              </a:ext>
            </a:extLst>
          </p:cNvPr>
          <p:cNvSpPr/>
          <p:nvPr/>
        </p:nvSpPr>
        <p:spPr>
          <a:xfrm>
            <a:off x="7452131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420F117-DF01-DD73-C405-8E18E83DA206}"/>
              </a:ext>
            </a:extLst>
          </p:cNvPr>
          <p:cNvCxnSpPr>
            <a:cxnSpLocks/>
            <a:stCxn id="36" idx="6"/>
            <a:endCxn id="18" idx="2"/>
          </p:cNvCxnSpPr>
          <p:nvPr/>
        </p:nvCxnSpPr>
        <p:spPr>
          <a:xfrm>
            <a:off x="6824979" y="4281129"/>
            <a:ext cx="627152" cy="5018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9A955D07-41E7-B408-30BC-EF624FD6975E}"/>
              </a:ext>
            </a:extLst>
          </p:cNvPr>
          <p:cNvSpPr txBox="1"/>
          <p:nvPr/>
        </p:nvSpPr>
        <p:spPr>
          <a:xfrm>
            <a:off x="6685689" y="3915499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Load</a:t>
            </a:r>
            <a:endParaRPr lang="zh-CN" altLang="en-US" sz="16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5CFB179-6709-67AF-F48B-8A00EE6DBB47}"/>
              </a:ext>
            </a:extLst>
          </p:cNvPr>
          <p:cNvCxnSpPr>
            <a:cxnSpLocks/>
            <a:stCxn id="16" idx="6"/>
            <a:endCxn id="17" idx="2"/>
          </p:cNvCxnSpPr>
          <p:nvPr/>
        </p:nvCxnSpPr>
        <p:spPr>
          <a:xfrm>
            <a:off x="4535275" y="4286147"/>
            <a:ext cx="605259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5AA89D14-88A4-BEA1-8AA2-DA2BD39E3075}"/>
              </a:ext>
            </a:extLst>
          </p:cNvPr>
          <p:cNvSpPr txBox="1"/>
          <p:nvPr/>
        </p:nvSpPr>
        <p:spPr>
          <a:xfrm>
            <a:off x="4413545" y="3915499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Store</a:t>
            </a:r>
            <a:endParaRPr lang="zh-CN" altLang="en-US" sz="1600" dirty="0">
              <a:solidFill>
                <a:srgbClr val="0070C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9D3EB704-49FB-8019-A154-9E058C7BA8A0}"/>
              </a:ext>
            </a:extLst>
          </p:cNvPr>
          <p:cNvSpPr/>
          <p:nvPr/>
        </p:nvSpPr>
        <p:spPr>
          <a:xfrm>
            <a:off x="6337309" y="4037294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FF3E9FD4-7CED-CFE8-A513-83CF7D73355C}"/>
              </a:ext>
            </a:extLst>
          </p:cNvPr>
          <p:cNvCxnSpPr>
            <a:cxnSpLocks/>
            <a:stCxn id="17" idx="6"/>
            <a:endCxn id="36" idx="2"/>
          </p:cNvCxnSpPr>
          <p:nvPr/>
        </p:nvCxnSpPr>
        <p:spPr>
          <a:xfrm flipV="1">
            <a:off x="5628204" y="4281129"/>
            <a:ext cx="709105" cy="5018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8E5FBC49-2DA3-18AE-2908-1F7174FBD63C}"/>
              </a:ext>
            </a:extLst>
          </p:cNvPr>
          <p:cNvSpPr txBox="1"/>
          <p:nvPr/>
        </p:nvSpPr>
        <p:spPr>
          <a:xfrm>
            <a:off x="5581503" y="3919871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6F7163C-BD37-DFBC-7272-3A3E92B43554}"/>
                  </a:ext>
                </a:extLst>
              </p:cNvPr>
              <p:cNvSpPr txBox="1"/>
              <p:nvPr/>
            </p:nvSpPr>
            <p:spPr>
              <a:xfrm>
                <a:off x="3571567" y="4750348"/>
                <a:ext cx="4987969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∷=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𝐶𝑜𝑝</m:t>
                          </m:r>
                          <m:sSup>
                            <m:sSupPr>
                              <m:ctrlPr>
                                <a:rPr lang="en-US" altLang="zh-CN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</m:e>
                      </m:d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𝑆𝑡𝑜𝑟𝑒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𝑉𝐴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𝐿𝑜𝑎𝑑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6F7163C-BD37-DFBC-7272-3A3E92B43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67" y="4750348"/>
                <a:ext cx="4987969" cy="4001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1">
            <a:extLst>
              <a:ext uri="{FF2B5EF4-FFF2-40B4-BE49-F238E27FC236}">
                <a16:creationId xmlns:a16="http://schemas.microsoft.com/office/drawing/2014/main" id="{923CF5E7-035E-8279-CAC4-A12B2A82534C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语法定义</a:t>
            </a:r>
          </a:p>
        </p:txBody>
      </p:sp>
    </p:spTree>
    <p:extLst>
      <p:ext uri="{BB962C8B-B14F-4D97-AF65-F5344CB8AC3E}">
        <p14:creationId xmlns:p14="http://schemas.microsoft.com/office/powerpoint/2010/main" val="1770854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1EDA5-3372-66EF-9017-A0D44236F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936E2C5-3E21-014F-DBCB-59EEFC699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26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96B52B68-93AA-803B-8344-36C1E1AD0C5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21428" y="1458472"/>
              <a:ext cx="674914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24893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24829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4889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𝒅𝒅𝒓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𝒐𝒑𝒚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𝒐𝒂𝒅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𝒕𝒐𝒓𝒆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EC0E17F4-76DD-818F-A9F0-CDD04E34313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21428" y="1458472"/>
              <a:ext cx="674914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24893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24829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85714" r="-885" b="-3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185714" r="-885" b="-2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285714" r="-885" b="-1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385714" r="-885" b="-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椭圆 15">
            <a:extLst>
              <a:ext uri="{FF2B5EF4-FFF2-40B4-BE49-F238E27FC236}">
                <a16:creationId xmlns:a16="http://schemas.microsoft.com/office/drawing/2014/main" id="{8A390295-0131-6359-78E6-DA644F23157D}"/>
              </a:ext>
            </a:extLst>
          </p:cNvPr>
          <p:cNvSpPr/>
          <p:nvPr/>
        </p:nvSpPr>
        <p:spPr>
          <a:xfrm>
            <a:off x="4047605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46E44DC-4288-1CE8-1816-E1FB23FD2A13}"/>
              </a:ext>
            </a:extLst>
          </p:cNvPr>
          <p:cNvSpPr/>
          <p:nvPr/>
        </p:nvSpPr>
        <p:spPr>
          <a:xfrm>
            <a:off x="5140534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424D189-78FD-462E-7C37-563B4E0DB5EC}"/>
              </a:ext>
            </a:extLst>
          </p:cNvPr>
          <p:cNvSpPr/>
          <p:nvPr/>
        </p:nvSpPr>
        <p:spPr>
          <a:xfrm>
            <a:off x="7452131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E7F493A-285B-1585-E842-C08F08BA4C82}"/>
              </a:ext>
            </a:extLst>
          </p:cNvPr>
          <p:cNvCxnSpPr>
            <a:cxnSpLocks/>
            <a:stCxn id="36" idx="6"/>
            <a:endCxn id="18" idx="2"/>
          </p:cNvCxnSpPr>
          <p:nvPr/>
        </p:nvCxnSpPr>
        <p:spPr>
          <a:xfrm>
            <a:off x="6824979" y="4281129"/>
            <a:ext cx="627152" cy="5018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CD824A77-0B83-77BA-8861-18846AF8166D}"/>
              </a:ext>
            </a:extLst>
          </p:cNvPr>
          <p:cNvSpPr txBox="1"/>
          <p:nvPr/>
        </p:nvSpPr>
        <p:spPr>
          <a:xfrm>
            <a:off x="6685689" y="3915499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PT</a:t>
            </a:r>
            <a:endParaRPr lang="zh-CN" altLang="en-US" sz="1600" dirty="0">
              <a:solidFill>
                <a:srgbClr val="00B05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4593047-11CC-B381-F0C1-9AC5E1A397F1}"/>
              </a:ext>
            </a:extLst>
          </p:cNvPr>
          <p:cNvCxnSpPr>
            <a:cxnSpLocks/>
            <a:stCxn id="16" idx="6"/>
            <a:endCxn id="17" idx="2"/>
          </p:cNvCxnSpPr>
          <p:nvPr/>
        </p:nvCxnSpPr>
        <p:spPr>
          <a:xfrm>
            <a:off x="4535275" y="4286147"/>
            <a:ext cx="605259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BFC2382F-1014-D4AE-F511-04815C1A0008}"/>
              </a:ext>
            </a:extLst>
          </p:cNvPr>
          <p:cNvSpPr txBox="1"/>
          <p:nvPr/>
        </p:nvSpPr>
        <p:spPr>
          <a:xfrm>
            <a:off x="4413545" y="3915499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Store</a:t>
            </a:r>
            <a:endParaRPr lang="zh-CN" altLang="en-US" sz="1600" dirty="0">
              <a:solidFill>
                <a:srgbClr val="0070C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6DE87521-C3C5-B643-2184-7548F2074539}"/>
              </a:ext>
            </a:extLst>
          </p:cNvPr>
          <p:cNvSpPr/>
          <p:nvPr/>
        </p:nvSpPr>
        <p:spPr>
          <a:xfrm>
            <a:off x="6337309" y="4037294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3F3923A8-59E9-0A3B-6EDF-0325A7DF1885}"/>
              </a:ext>
            </a:extLst>
          </p:cNvPr>
          <p:cNvCxnSpPr>
            <a:cxnSpLocks/>
            <a:stCxn id="17" idx="6"/>
            <a:endCxn id="36" idx="2"/>
          </p:cNvCxnSpPr>
          <p:nvPr/>
        </p:nvCxnSpPr>
        <p:spPr>
          <a:xfrm flipV="1">
            <a:off x="5628204" y="4281129"/>
            <a:ext cx="709105" cy="5018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06269245-4CCB-0A91-37FB-1D0FE21893D5}"/>
              </a:ext>
            </a:extLst>
          </p:cNvPr>
          <p:cNvSpPr txBox="1"/>
          <p:nvPr/>
        </p:nvSpPr>
        <p:spPr>
          <a:xfrm>
            <a:off x="5581503" y="3919871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DE2358A-D12B-F60B-D5E8-B007BF726917}"/>
                  </a:ext>
                </a:extLst>
              </p:cNvPr>
              <p:cNvSpPr txBox="1"/>
              <p:nvPr/>
            </p:nvSpPr>
            <p:spPr>
              <a:xfrm>
                <a:off x="3571567" y="4750348"/>
                <a:ext cx="4732193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∷=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𝐶𝑜𝑝</m:t>
                          </m:r>
                          <m:sSup>
                            <m:sSupPr>
                              <m:ctrlPr>
                                <a:rPr lang="en-US" altLang="zh-CN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</m:e>
                      </m:d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𝑆𝑡𝑜𝑟𝑒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𝑉𝐴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𝑃𝑇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DE2358A-D12B-F60B-D5E8-B007BF726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67" y="4750348"/>
                <a:ext cx="4732193" cy="4001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1">
            <a:extLst>
              <a:ext uri="{FF2B5EF4-FFF2-40B4-BE49-F238E27FC236}">
                <a16:creationId xmlns:a16="http://schemas.microsoft.com/office/drawing/2014/main" id="{6FBF2CBB-3781-B128-BFAF-AA040137153F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语法定义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A2AC1A-93C0-CBF6-019E-4D0BF76E6BFF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补充：</a:t>
            </a:r>
          </a:p>
        </p:txBody>
      </p:sp>
    </p:spTree>
    <p:extLst>
      <p:ext uri="{BB962C8B-B14F-4D97-AF65-F5344CB8AC3E}">
        <p14:creationId xmlns:p14="http://schemas.microsoft.com/office/powerpoint/2010/main" val="2306382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B4BC6-5CB6-D702-3D98-90FE58585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6B60DFF-E234-AE7A-A5D6-60F841C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27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8C1FD6CA-EBE2-33F4-85B6-1928F2BC457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21428" y="1458472"/>
              <a:ext cx="674914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24893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24829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4889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𝒅𝒅𝒓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𝒐𝒑𝒚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𝒐𝒂𝒅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𝒕𝒐𝒓𝒆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EC0E17F4-76DD-818F-A9F0-CDD04E34313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21428" y="1458472"/>
              <a:ext cx="674914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24893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24829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85714" r="-885" b="-3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185714" r="-885" b="-2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285714" r="-885" b="-1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385714" r="-885" b="-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椭圆 15">
            <a:extLst>
              <a:ext uri="{FF2B5EF4-FFF2-40B4-BE49-F238E27FC236}">
                <a16:creationId xmlns:a16="http://schemas.microsoft.com/office/drawing/2014/main" id="{BB6EC128-AAD0-B1EB-CDDE-E2E09614347D}"/>
              </a:ext>
            </a:extLst>
          </p:cNvPr>
          <p:cNvSpPr/>
          <p:nvPr/>
        </p:nvSpPr>
        <p:spPr>
          <a:xfrm>
            <a:off x="4047605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F80B7B3-5B83-5C5F-05BF-86FB00AABBFE}"/>
              </a:ext>
            </a:extLst>
          </p:cNvPr>
          <p:cNvSpPr/>
          <p:nvPr/>
        </p:nvSpPr>
        <p:spPr>
          <a:xfrm>
            <a:off x="5140534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EB7C214F-9F27-B2C2-E3E1-B1B33B489F0A}"/>
              </a:ext>
            </a:extLst>
          </p:cNvPr>
          <p:cNvSpPr/>
          <p:nvPr/>
        </p:nvSpPr>
        <p:spPr>
          <a:xfrm>
            <a:off x="7452131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8C81B9E-BC09-E79C-5881-3E60014C8F03}"/>
              </a:ext>
            </a:extLst>
          </p:cNvPr>
          <p:cNvCxnSpPr>
            <a:cxnSpLocks/>
            <a:stCxn id="36" idx="6"/>
            <a:endCxn id="18" idx="2"/>
          </p:cNvCxnSpPr>
          <p:nvPr/>
        </p:nvCxnSpPr>
        <p:spPr>
          <a:xfrm>
            <a:off x="6824979" y="4281129"/>
            <a:ext cx="627152" cy="5018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93315F17-9902-853E-533F-97DEB7C9CE5D}"/>
              </a:ext>
            </a:extLst>
          </p:cNvPr>
          <p:cNvSpPr txBox="1"/>
          <p:nvPr/>
        </p:nvSpPr>
        <p:spPr>
          <a:xfrm>
            <a:off x="6685689" y="3915499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Load</a:t>
            </a:r>
            <a:endParaRPr lang="zh-CN" altLang="en-US" sz="16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1CDAAA4-F9C9-DDBD-43E1-AFDA3311AF84}"/>
              </a:ext>
            </a:extLst>
          </p:cNvPr>
          <p:cNvCxnSpPr>
            <a:cxnSpLocks/>
            <a:stCxn id="17" idx="2"/>
            <a:endCxn id="16" idx="6"/>
          </p:cNvCxnSpPr>
          <p:nvPr/>
        </p:nvCxnSpPr>
        <p:spPr>
          <a:xfrm flipH="1">
            <a:off x="4535275" y="4286147"/>
            <a:ext cx="605259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DB04A1EA-1E20-518C-B7ED-D6FA0B7D71BD}"/>
              </a:ext>
            </a:extLst>
          </p:cNvPr>
          <p:cNvSpPr txBox="1"/>
          <p:nvPr/>
        </p:nvSpPr>
        <p:spPr>
          <a:xfrm>
            <a:off x="4413545" y="3915499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PT</a:t>
            </a:r>
            <a:endParaRPr lang="zh-CN" altLang="en-US" sz="1600" dirty="0">
              <a:solidFill>
                <a:srgbClr val="00B05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8F456AFA-F26A-5BEA-09E0-4A5FF1BED03E}"/>
              </a:ext>
            </a:extLst>
          </p:cNvPr>
          <p:cNvSpPr/>
          <p:nvPr/>
        </p:nvSpPr>
        <p:spPr>
          <a:xfrm>
            <a:off x="6337309" y="4037294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0B18850F-550B-B275-D2F1-32BE3628BF5B}"/>
              </a:ext>
            </a:extLst>
          </p:cNvPr>
          <p:cNvCxnSpPr>
            <a:cxnSpLocks/>
            <a:stCxn id="17" idx="6"/>
            <a:endCxn id="36" idx="2"/>
          </p:cNvCxnSpPr>
          <p:nvPr/>
        </p:nvCxnSpPr>
        <p:spPr>
          <a:xfrm flipV="1">
            <a:off x="5628204" y="4281129"/>
            <a:ext cx="709105" cy="5018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2C436922-354E-76CC-2FE3-A8ECFCD9DE90}"/>
              </a:ext>
            </a:extLst>
          </p:cNvPr>
          <p:cNvSpPr txBox="1"/>
          <p:nvPr/>
        </p:nvSpPr>
        <p:spPr>
          <a:xfrm>
            <a:off x="5581503" y="3919871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04E0CC4-A105-D5C2-FE9F-4393AA49229F}"/>
                  </a:ext>
                </a:extLst>
              </p:cNvPr>
              <p:cNvSpPr txBox="1"/>
              <p:nvPr/>
            </p:nvSpPr>
            <p:spPr>
              <a:xfrm>
                <a:off x="3571567" y="4750348"/>
                <a:ext cx="4809265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∷=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𝐶𝑜𝑝</m:t>
                          </m:r>
                          <m:sSup>
                            <m:sSupPr>
                              <m:ctrlPr>
                                <a:rPr lang="en-US" altLang="zh-CN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</m:e>
                      </m:d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bar>
                        <m:barPr>
                          <m:pos m:val="top"/>
                          <m:ctrlP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barPr>
                        <m:e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𝑃𝑇</m:t>
                          </m:r>
                        </m:e>
                      </m:ba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𝑉𝐴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𝐿𝑜𝑎𝑑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04E0CC4-A105-D5C2-FE9F-4393AA492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67" y="4750348"/>
                <a:ext cx="4809265" cy="4001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1">
            <a:extLst>
              <a:ext uri="{FF2B5EF4-FFF2-40B4-BE49-F238E27FC236}">
                <a16:creationId xmlns:a16="http://schemas.microsoft.com/office/drawing/2014/main" id="{46C2E2FE-E9E4-3560-F7F0-0126AA6BC05E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语法定义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898A87-DE91-46E5-F5BD-A66A6A25C0BB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补充：</a:t>
            </a:r>
          </a:p>
        </p:txBody>
      </p:sp>
    </p:spTree>
    <p:extLst>
      <p:ext uri="{BB962C8B-B14F-4D97-AF65-F5344CB8AC3E}">
        <p14:creationId xmlns:p14="http://schemas.microsoft.com/office/powerpoint/2010/main" val="456723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E8F5B-5EBC-EAAB-3F1E-2FB7E622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CB113E2-F595-50F7-0E5C-E3FECD55C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28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346DF8B8-445D-4F06-E23E-33DF3801FA1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21428" y="1458472"/>
              <a:ext cx="674914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24893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24829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4889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𝒅𝒅𝒓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𝒐𝒑𝒚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𝒐𝒂𝒅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𝒕𝒐𝒓𝒆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EC0E17F4-76DD-818F-A9F0-CDD04E34313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21428" y="1458472"/>
              <a:ext cx="674914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24893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24829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85714" r="-885" b="-3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185714" r="-885" b="-2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285714" r="-885" b="-1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385714" r="-885" b="-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椭圆 15">
            <a:extLst>
              <a:ext uri="{FF2B5EF4-FFF2-40B4-BE49-F238E27FC236}">
                <a16:creationId xmlns:a16="http://schemas.microsoft.com/office/drawing/2014/main" id="{610FB4D7-EFB5-E672-C3F6-6B29F924289D}"/>
              </a:ext>
            </a:extLst>
          </p:cNvPr>
          <p:cNvSpPr/>
          <p:nvPr/>
        </p:nvSpPr>
        <p:spPr>
          <a:xfrm>
            <a:off x="4084929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00ECDBDB-5277-4203-AEE9-264EE366BBBC}"/>
              </a:ext>
            </a:extLst>
          </p:cNvPr>
          <p:cNvSpPr/>
          <p:nvPr/>
        </p:nvSpPr>
        <p:spPr>
          <a:xfrm>
            <a:off x="5719032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0E019007-0DDC-64C7-B85E-567B57F7F571}"/>
              </a:ext>
            </a:extLst>
          </p:cNvPr>
          <p:cNvSpPr/>
          <p:nvPr/>
        </p:nvSpPr>
        <p:spPr>
          <a:xfrm>
            <a:off x="7256184" y="4042312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FA5BC9CD-D8D7-D648-1B61-854C3FA17F04}"/>
              </a:ext>
            </a:extLst>
          </p:cNvPr>
          <p:cNvCxnSpPr>
            <a:cxnSpLocks/>
            <a:stCxn id="17" idx="6"/>
            <a:endCxn id="18" idx="2"/>
          </p:cNvCxnSpPr>
          <p:nvPr/>
        </p:nvCxnSpPr>
        <p:spPr>
          <a:xfrm>
            <a:off x="6206702" y="4286147"/>
            <a:ext cx="104948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3CFA60C-669C-1C65-D01C-F016D3534730}"/>
              </a:ext>
            </a:extLst>
          </p:cNvPr>
          <p:cNvCxnSpPr>
            <a:cxnSpLocks/>
            <a:stCxn id="16" idx="6"/>
            <a:endCxn id="17" idx="2"/>
          </p:cNvCxnSpPr>
          <p:nvPr/>
        </p:nvCxnSpPr>
        <p:spPr>
          <a:xfrm>
            <a:off x="4572599" y="4286147"/>
            <a:ext cx="1146433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D5D91E4A-390F-E476-43BF-EA920F62BB92}"/>
              </a:ext>
            </a:extLst>
          </p:cNvPr>
          <p:cNvSpPr txBox="1"/>
          <p:nvPr/>
        </p:nvSpPr>
        <p:spPr>
          <a:xfrm>
            <a:off x="4740118" y="3915499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Addr</a:t>
            </a:r>
            <a:endParaRPr lang="zh-CN" altLang="en-US" sz="1600" dirty="0">
              <a:solidFill>
                <a:srgbClr val="00B05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2A391FD-91C1-4900-196D-7193C4E01043}"/>
                  </a:ext>
                </a:extLst>
              </p:cNvPr>
              <p:cNvSpPr txBox="1"/>
              <p:nvPr/>
            </p:nvSpPr>
            <p:spPr>
              <a:xfrm>
                <a:off x="4747225" y="4750348"/>
                <a:ext cx="2129365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𝑃𝑇</m:t>
                      </m:r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∷=</m:t>
                      </m:r>
                      <m:acc>
                        <m:accPr>
                          <m:chr m:val="̅"/>
                          <m:ctrlP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𝑉𝐹</m:t>
                          </m:r>
                        </m:e>
                      </m:acc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acc>
                        <m:accPr>
                          <m:chr m:val="̅"/>
                          <m:ctrlP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𝐴𝑑𝑑𝑟</m:t>
                          </m:r>
                        </m:e>
                      </m:acc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2A391FD-91C1-4900-196D-7193C4E01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225" y="4750348"/>
                <a:ext cx="2129365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8C1658E8-CCF2-1EA8-ED68-82459B46AB92}"/>
              </a:ext>
            </a:extLst>
          </p:cNvPr>
          <p:cNvSpPr txBox="1"/>
          <p:nvPr/>
        </p:nvSpPr>
        <p:spPr>
          <a:xfrm>
            <a:off x="6320463" y="3915499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VF</a:t>
            </a:r>
            <a:endParaRPr lang="zh-CN" alt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标题 11">
            <a:extLst>
              <a:ext uri="{FF2B5EF4-FFF2-40B4-BE49-F238E27FC236}">
                <a16:creationId xmlns:a16="http://schemas.microsoft.com/office/drawing/2014/main" id="{CE6DB9FE-71F0-4343-DC84-46FF9D6A2146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语法定义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C47EA47-E3FA-5C3C-62F7-F401486840AD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补充：</a:t>
            </a:r>
          </a:p>
        </p:txBody>
      </p:sp>
    </p:spTree>
    <p:extLst>
      <p:ext uri="{BB962C8B-B14F-4D97-AF65-F5344CB8AC3E}">
        <p14:creationId xmlns:p14="http://schemas.microsoft.com/office/powerpoint/2010/main" val="1965561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CB84C-012E-1ED5-2DAA-8E16E98F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A158A12-33A0-8450-7BA5-958366AFC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29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43E368F2-5885-1093-1A36-934EBA67DC67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语法定义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574C516-1778-4349-DE31-0686790AC0F0}"/>
              </a:ext>
            </a:extLst>
          </p:cNvPr>
          <p:cNvSpPr txBox="1"/>
          <p:nvPr/>
        </p:nvSpPr>
        <p:spPr>
          <a:xfrm>
            <a:off x="511661" y="935031"/>
            <a:ext cx="3790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指针分析的语法：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55CF249-2B59-0644-5865-59269DCAAD31}"/>
                  </a:ext>
                </a:extLst>
              </p:cNvPr>
              <p:cNvSpPr txBox="1"/>
              <p:nvPr/>
            </p:nvSpPr>
            <p:spPr>
              <a:xfrm>
                <a:off x="511661" y="1415469"/>
                <a:ext cx="4739608" cy="2728696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Σ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={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𝐶𝑜𝑝𝑦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,  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altLang="zh-CN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={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𝑃𝑇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altLang="zh-CN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𝑃𝑇</m:t>
                    </m:r>
                  </m:oMath>
                </a14:m>
                <a:r>
                  <a:rPr lang="en-US" altLang="zh-CN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:</m:t>
                    </m:r>
                  </m:oMath>
                </a14:m>
                <a:r>
                  <a:rPr lang="en-US" altLang="zh-CN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𝑃𝑇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∷=</m:t>
                    </m:r>
                    <m:acc>
                      <m:accPr>
                        <m:chr m:val="̅"/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𝑉𝐹</m:t>
                        </m:r>
                      </m:e>
                    </m:acc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acc>
                      <m:accPr>
                        <m:chr m:val="̅"/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𝐴𝑑𝑑𝑟</m:t>
                        </m:r>
                      </m:e>
                    </m:acc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∷=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𝐶𝑜𝑝</m:t>
                          </m:r>
                          <m:sSup>
                            <m:s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𝑆𝑡𝑜𝑟𝑒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𝑉𝐴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𝐿𝑜𝑎𝑑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en-US" altLang="zh-CN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ts val="2600"/>
                  </a:lnSpc>
                </a:pPr>
                <a:r>
                  <a:rPr lang="en-US" altLang="zh-CN" sz="1600" b="0" dirty="0">
                    <a:cs typeface="Calibri" panose="020F0502020204030204" pitchFamily="34" charset="0"/>
                  </a:rPr>
                  <a:t>      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𝑆𝑡𝑜𝑟𝑒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𝑉𝐴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𝑃𝑇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acc>
                      <m:accPr>
                        <m:chr m:val="̅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𝑃𝑇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𝐿𝑜𝑎𝑑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∷= </m:t>
                    </m:r>
                    <m:acc>
                      <m:accPr>
                        <m:chr m:val="̅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𝐿𝑜𝑎𝑑</m:t>
                        </m:r>
                      </m:e>
                    </m:acc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acc>
                          <m:accPr>
                            <m:chr m:val="̅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𝑉𝐹</m:t>
                            </m:r>
                          </m:e>
                        </m:acc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𝑉𝐴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|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55CF249-2B59-0644-5865-59269DCAA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61" y="1415469"/>
                <a:ext cx="4739608" cy="2728696"/>
              </a:xfrm>
              <a:prstGeom prst="rect">
                <a:avLst/>
              </a:prstGeom>
              <a:blipFill>
                <a:blip r:embed="rId3"/>
                <a:stretch>
                  <a:fillRect b="-446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8CB8C7CC-7843-E3DD-8416-F9DCE296DB12}"/>
              </a:ext>
            </a:extLst>
          </p:cNvPr>
          <p:cNvSpPr txBox="1"/>
          <p:nvPr/>
        </p:nvSpPr>
        <p:spPr>
          <a:xfrm>
            <a:off x="5486401" y="935031"/>
            <a:ext cx="3790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正则化：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4F33B27-1B57-49B4-06E8-05B90B7C7516}"/>
                  </a:ext>
                </a:extLst>
              </p:cNvPr>
              <p:cNvSpPr txBox="1"/>
              <p:nvPr/>
            </p:nvSpPr>
            <p:spPr>
              <a:xfrm>
                <a:off x="5495107" y="1415469"/>
                <a:ext cx="6313715" cy="372897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Σ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={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𝐶𝑜𝑝𝑦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,  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altLang="zh-CN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={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𝑃𝑇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altLang="zh-CN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𝑃𝑇</m:t>
                    </m:r>
                  </m:oMath>
                </a14:m>
                <a:r>
                  <a:rPr lang="en-US" altLang="zh-CN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:</m:t>
                    </m:r>
                  </m:oMath>
                </a14:m>
                <a:r>
                  <a:rPr lang="en-US" altLang="zh-CN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𝑃𝑇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∷=</m:t>
                    </m:r>
                    <m:acc>
                      <m:accPr>
                        <m:chr m:val="̅"/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𝑉𝐹</m:t>
                        </m:r>
                      </m:e>
                    </m:acc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acc>
                      <m:accPr>
                        <m:chr m:val="̅"/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𝐴𝑑𝑑𝑟</m:t>
                        </m:r>
                      </m:e>
                    </m:acc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∷=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𝐶𝑜𝑝𝑦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𝑆𝑉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𝑃𝑉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𝐿𝑜𝑎𝑑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𝑉𝑃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| 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𝑆𝑉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𝑃𝑉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</m:t>
                    </m:r>
                    <m:acc>
                      <m:accPr>
                        <m:chr m:val="̅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𝑃𝑇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𝑉𝐴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𝑃𝑇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∷=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𝐿𝑉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acc>
                          <m:accPr>
                            <m:chr m:val="̅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𝑉𝐹</m:t>
                            </m:r>
                          </m:e>
                        </m:acc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𝑉𝐴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|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US" altLang="zh-CN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𝐿𝑉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∷=</m:t>
                    </m:r>
                    <m:acc>
                      <m:accPr>
                        <m:chr m:val="̅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𝐿𝑜𝑎𝑑</m:t>
                        </m:r>
                      </m:e>
                    </m:acc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4F33B27-1B57-49B4-06E8-05B90B7C7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107" y="1415469"/>
                <a:ext cx="6313715" cy="37289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19344113-6DF7-F37D-AFD2-6CFE492E7BE9}"/>
              </a:ext>
            </a:extLst>
          </p:cNvPr>
          <p:cNvSpPr txBox="1"/>
          <p:nvPr/>
        </p:nvSpPr>
        <p:spPr>
          <a:xfrm>
            <a:off x="2580466" y="5343669"/>
            <a:ext cx="5829284" cy="371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参考资料：</a:t>
            </a:r>
            <a:r>
              <a:rPr lang="zh-CN" altLang="en-US" sz="1600" dirty="0">
                <a:hlinkClick r:id="rId5"/>
              </a:rPr>
              <a:t>https://en.wikipedia.org/wiki/Chomsky_normal_form</a:t>
            </a:r>
            <a:r>
              <a:rPr lang="zh-CN" alt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6729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6A839-E752-4F94-A10A-74F29CB6F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A25BE2F-D5A6-FC38-0E72-9C8B9D2D0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30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8933A49C-6F07-E7BC-E63B-F6D7B8EE5981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示例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F913439-8E71-3E1C-A4DD-CF4A2AC6DF76}"/>
              </a:ext>
            </a:extLst>
          </p:cNvPr>
          <p:cNvGrpSpPr/>
          <p:nvPr/>
        </p:nvGrpSpPr>
        <p:grpSpPr>
          <a:xfrm>
            <a:off x="9909089" y="772760"/>
            <a:ext cx="1794967" cy="961696"/>
            <a:chOff x="6235337" y="4223178"/>
            <a:chExt cx="1794967" cy="961696"/>
          </a:xfrm>
        </p:grpSpPr>
        <p:sp>
          <p:nvSpPr>
            <p:cNvPr id="35" name="思想气泡: 云 34">
              <a:extLst>
                <a:ext uri="{FF2B5EF4-FFF2-40B4-BE49-F238E27FC236}">
                  <a16:creationId xmlns:a16="http://schemas.microsoft.com/office/drawing/2014/main" id="{828A087F-B7DE-0000-FD81-165C2FFBEC8D}"/>
                </a:ext>
              </a:extLst>
            </p:cNvPr>
            <p:cNvSpPr/>
            <p:nvPr/>
          </p:nvSpPr>
          <p:spPr>
            <a:xfrm>
              <a:off x="6235337" y="4223178"/>
              <a:ext cx="1794967" cy="961696"/>
            </a:xfrm>
            <a:prstGeom prst="cloudCallout">
              <a:avLst>
                <a:gd name="adj1" fmla="val -48488"/>
                <a:gd name="adj2" fmla="val 60689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C73C3B5-6DCA-1A0E-B45D-5D1551C41C75}"/>
                    </a:ext>
                  </a:extLst>
                </p:cNvPr>
                <p:cNvSpPr txBox="1"/>
                <p:nvPr/>
              </p:nvSpPr>
              <p:spPr>
                <a:xfrm>
                  <a:off x="6286891" y="4486553"/>
                  <a:ext cx="172738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400"/>
                    </a:lnSpc>
                    <a:spcBef>
                      <a:spcPts val="6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𝒐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𝟒</m:t>
                            </m:r>
                          </m:sub>
                        </m:sSub>
                        <m:groupChr>
                          <m:groupChrPr>
                            <m:chr m:val="→"/>
                            <m:vertJc m:val="bot"/>
                            <m:ctrl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𝑷</m:t>
                            </m:r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𝑻</m:t>
                            </m:r>
                          </m:e>
                        </m:groupChr>
                        <m:r>
                          <a:rPr lang="en-US" altLang="zh-CN" sz="2000" b="1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𝒐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000" b="1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2000" b="1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C73C3B5-6DCA-1A0E-B45D-5D1551C41C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891" y="4486553"/>
                  <a:ext cx="1727382" cy="400110"/>
                </a:xfrm>
                <a:prstGeom prst="rect">
                  <a:avLst/>
                </a:prstGeom>
                <a:blipFill>
                  <a:blip r:embed="rId3"/>
                  <a:stretch>
                    <a:fillRect t="-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EF9B749-ED77-5569-A1F3-EE9A5EE971E3}"/>
                  </a:ext>
                </a:extLst>
              </p:cNvPr>
              <p:cNvSpPr txBox="1"/>
              <p:nvPr/>
            </p:nvSpPr>
            <p:spPr>
              <a:xfrm>
                <a:off x="694866" y="1191382"/>
                <a:ext cx="5009247" cy="1246495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b="0" dirty="0">
                    <a:solidFill>
                      <a:schemeClr val="tx1"/>
                    </a:solidFill>
                    <a:latin typeface="+mn-ea"/>
                    <a:cs typeface="Calibri" panose="020F0502020204030204" pitchFamily="34" charset="0"/>
                  </a:rPr>
                  <a:t>已知：</a:t>
                </a:r>
                <a:endParaRPr lang="en-US" altLang="zh-CN" b="0" dirty="0">
                  <a:solidFill>
                    <a:schemeClr val="tx1"/>
                  </a:solidFill>
                  <a:latin typeface="+mn-ea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𝑑𝑑𝑟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𝑆𝑡𝑜𝑟𝑒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𝐶𝑜𝑝𝑦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𝐿𝑜𝑎𝑑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𝑆𝑡𝑜𝑟𝑒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bar>
                          <m:barPr>
                            <m:pos m:val="top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𝐶𝑜𝑝𝑦</m:t>
                            </m:r>
                          </m:e>
                        </m:ba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bar>
                          <m:barPr>
                            <m:pos m:val="top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𝐴𝑑𝑑𝑟</m:t>
                            </m:r>
                          </m:e>
                        </m:bar>
                      </m:e>
                    </m:groupCh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CN" b="0" dirty="0">
                  <a:solidFill>
                    <a:schemeClr val="tx1"/>
                  </a:solidFill>
                  <a:latin typeface="+mn-ea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𝑃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</m:groupCh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⇔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𝑑𝑑𝑟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𝑉𝐹</m:t>
                        </m:r>
                      </m:e>
                    </m:groupCh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CN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EF9B749-ED77-5569-A1F3-EE9A5EE97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66" y="1191382"/>
                <a:ext cx="5009247" cy="1246495"/>
              </a:xfrm>
              <a:prstGeom prst="rect">
                <a:avLst/>
              </a:prstGeom>
              <a:blipFill>
                <a:blip r:embed="rId4"/>
                <a:stretch>
                  <a:fillRect l="-852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D57449E2-B592-D93D-7771-0DC1A7DF60BB}"/>
              </a:ext>
            </a:extLst>
          </p:cNvPr>
          <p:cNvGrpSpPr/>
          <p:nvPr/>
        </p:nvGrpSpPr>
        <p:grpSpPr>
          <a:xfrm>
            <a:off x="7520456" y="1044818"/>
            <a:ext cx="3115871" cy="3077386"/>
            <a:chOff x="7344112" y="2107488"/>
            <a:chExt cx="3115871" cy="30773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2A53905C-4388-730C-B1CB-A96A124DF499}"/>
                    </a:ext>
                  </a:extLst>
                </p:cNvPr>
                <p:cNvSpPr/>
                <p:nvPr/>
              </p:nvSpPr>
              <p:spPr>
                <a:xfrm>
                  <a:off x="7344112" y="2107488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2A53905C-4388-730C-B1CB-A96A124DF4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4112" y="2107488"/>
                  <a:ext cx="352689" cy="352689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23064E4E-5549-2B95-7863-A27FA380CF34}"/>
                    </a:ext>
                  </a:extLst>
                </p:cNvPr>
                <p:cNvSpPr/>
                <p:nvPr/>
              </p:nvSpPr>
              <p:spPr>
                <a:xfrm>
                  <a:off x="8150147" y="2107488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23064E4E-5549-2B95-7863-A27FA380CF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0147" y="2107488"/>
                  <a:ext cx="352689" cy="352689"/>
                </a:xfrm>
                <a:prstGeom prst="ellipse">
                  <a:avLst/>
                </a:prstGeom>
                <a:blipFill>
                  <a:blip r:embed="rId6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9616DB3C-0C37-8B9D-1205-536B4D727491}"/>
                    </a:ext>
                  </a:extLst>
                </p:cNvPr>
                <p:cNvSpPr/>
                <p:nvPr/>
              </p:nvSpPr>
              <p:spPr>
                <a:xfrm>
                  <a:off x="8150147" y="3017534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𝒂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9616DB3C-0C37-8B9D-1205-536B4D7274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0147" y="3017534"/>
                  <a:ext cx="352689" cy="352689"/>
                </a:xfrm>
                <a:prstGeom prst="ellipse">
                  <a:avLst/>
                </a:prstGeom>
                <a:blipFill>
                  <a:blip r:embed="rId7"/>
                  <a:stretch>
                    <a:fillRect l="-13333" r="-116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664C5003-A4D5-B431-9AA2-254036051838}"/>
                    </a:ext>
                  </a:extLst>
                </p:cNvPr>
                <p:cNvSpPr/>
                <p:nvPr/>
              </p:nvSpPr>
              <p:spPr>
                <a:xfrm>
                  <a:off x="9301259" y="3017534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𝒃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664C5003-A4D5-B431-9AA2-2540360518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1259" y="3017534"/>
                  <a:ext cx="352689" cy="352689"/>
                </a:xfrm>
                <a:prstGeom prst="ellipse">
                  <a:avLst/>
                </a:prstGeom>
                <a:blipFill>
                  <a:blip r:embed="rId8"/>
                  <a:stretch>
                    <a:fillRect l="-15000" r="-116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1C377045-F223-C16B-EE7B-9EFA290016BF}"/>
                    </a:ext>
                  </a:extLst>
                </p:cNvPr>
                <p:cNvSpPr/>
                <p:nvPr/>
              </p:nvSpPr>
              <p:spPr>
                <a:xfrm>
                  <a:off x="10107294" y="3017534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𝟒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1C377045-F223-C16B-EE7B-9EFA290016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7294" y="3017534"/>
                  <a:ext cx="352689" cy="352689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FD351722-3F2D-84AD-A471-DBE50A1EEE6E}"/>
                </a:ext>
              </a:extLst>
            </p:cNvPr>
            <p:cNvCxnSpPr>
              <a:cxnSpLocks/>
              <a:stCxn id="9" idx="4"/>
              <a:endCxn id="11" idx="0"/>
            </p:cNvCxnSpPr>
            <p:nvPr/>
          </p:nvCxnSpPr>
          <p:spPr>
            <a:xfrm>
              <a:off x="8326492" y="2460177"/>
              <a:ext cx="0" cy="557357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742A265A-07CC-313B-78CE-103C32E9DFDE}"/>
                </a:ext>
              </a:extLst>
            </p:cNvPr>
            <p:cNvCxnSpPr>
              <a:cxnSpLocks/>
              <a:stCxn id="7" idx="6"/>
              <a:endCxn id="9" idx="2"/>
            </p:cNvCxnSpPr>
            <p:nvPr/>
          </p:nvCxnSpPr>
          <p:spPr>
            <a:xfrm>
              <a:off x="7696801" y="2283833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27C94D9D-230F-0941-805A-9249F3155BE5}"/>
                </a:ext>
              </a:extLst>
            </p:cNvPr>
            <p:cNvCxnSpPr>
              <a:cxnSpLocks/>
              <a:stCxn id="14" idx="2"/>
              <a:endCxn id="13" idx="6"/>
            </p:cNvCxnSpPr>
            <p:nvPr/>
          </p:nvCxnSpPr>
          <p:spPr>
            <a:xfrm flipH="1">
              <a:off x="9653948" y="3193879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462C1A5B-517E-49DB-CAA5-1E6507689EF8}"/>
                    </a:ext>
                  </a:extLst>
                </p:cNvPr>
                <p:cNvSpPr/>
                <p:nvPr/>
              </p:nvSpPr>
              <p:spPr>
                <a:xfrm>
                  <a:off x="8154998" y="3922139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𝒑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462C1A5B-517E-49DB-CAA5-1E6507689E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4998" y="3922139"/>
                  <a:ext cx="352689" cy="352689"/>
                </a:xfrm>
                <a:prstGeom prst="ellipse">
                  <a:avLst/>
                </a:prstGeom>
                <a:blipFill>
                  <a:blip r:embed="rId10"/>
                  <a:stretch>
                    <a:fillRect l="-18333" r="-13333" b="-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DF484AD2-CBA1-FAA5-6F1E-A70DD81EAD6B}"/>
                    </a:ext>
                  </a:extLst>
                </p:cNvPr>
                <p:cNvSpPr/>
                <p:nvPr/>
              </p:nvSpPr>
              <p:spPr>
                <a:xfrm>
                  <a:off x="9306110" y="3922139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𝒒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DF484AD2-CBA1-FAA5-6F1E-A70DD81EAD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6110" y="3922139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16949" r="-16949" b="-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36631888-00A5-74D5-CE52-8D02C2705660}"/>
                    </a:ext>
                  </a:extLst>
                </p:cNvPr>
                <p:cNvSpPr/>
                <p:nvPr/>
              </p:nvSpPr>
              <p:spPr>
                <a:xfrm>
                  <a:off x="8154998" y="4832185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𝟎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36631888-00A5-74D5-CE52-8D02C27056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4998" y="4832185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 l="-13333" r="-10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E7DF296D-AC09-34B4-9C49-57DC2F9F7B55}"/>
                </a:ext>
              </a:extLst>
            </p:cNvPr>
            <p:cNvCxnSpPr>
              <a:cxnSpLocks/>
              <a:stCxn id="24" idx="4"/>
              <a:endCxn id="26" idx="0"/>
            </p:cNvCxnSpPr>
            <p:nvPr/>
          </p:nvCxnSpPr>
          <p:spPr>
            <a:xfrm>
              <a:off x="8331343" y="4274828"/>
              <a:ext cx="0" cy="55735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787B73E7-F7A4-FB79-FE3B-B081BC271827}"/>
                </a:ext>
              </a:extLst>
            </p:cNvPr>
            <p:cNvCxnSpPr>
              <a:cxnSpLocks/>
              <a:stCxn id="26" idx="7"/>
              <a:endCxn id="25" idx="3"/>
            </p:cNvCxnSpPr>
            <p:nvPr/>
          </p:nvCxnSpPr>
          <p:spPr>
            <a:xfrm flipV="1">
              <a:off x="8456037" y="4223178"/>
              <a:ext cx="901723" cy="660657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7E193D0B-8A79-4430-F82D-8C2CC526C769}"/>
                </a:ext>
              </a:extLst>
            </p:cNvPr>
            <p:cNvCxnSpPr>
              <a:cxnSpLocks/>
              <a:stCxn id="11" idx="4"/>
              <a:endCxn id="24" idx="0"/>
            </p:cNvCxnSpPr>
            <p:nvPr/>
          </p:nvCxnSpPr>
          <p:spPr>
            <a:xfrm>
              <a:off x="8326492" y="3370223"/>
              <a:ext cx="4851" cy="551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B277E767-7A92-792C-35B7-5B9F4C07B787}"/>
                </a:ext>
              </a:extLst>
            </p:cNvPr>
            <p:cNvCxnSpPr>
              <a:cxnSpLocks/>
              <a:stCxn id="13" idx="4"/>
              <a:endCxn id="25" idx="0"/>
            </p:cNvCxnSpPr>
            <p:nvPr/>
          </p:nvCxnSpPr>
          <p:spPr>
            <a:xfrm>
              <a:off x="9477604" y="3370223"/>
              <a:ext cx="4851" cy="551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图片 33">
            <a:extLst>
              <a:ext uri="{FF2B5EF4-FFF2-40B4-BE49-F238E27FC236}">
                <a16:creationId xmlns:a16="http://schemas.microsoft.com/office/drawing/2014/main" id="{45F584BA-EA61-D056-54CC-0CD0E022B87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96944" y="2454423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DC168E6-1AD1-44A7-ACA5-67D70141BF18}"/>
                  </a:ext>
                </a:extLst>
              </p:cNvPr>
              <p:cNvSpPr txBox="1"/>
              <p:nvPr/>
            </p:nvSpPr>
            <p:spPr>
              <a:xfrm>
                <a:off x="6964448" y="4330335"/>
                <a:ext cx="4739608" cy="139499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𝑃𝑇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∷=</m:t>
                    </m:r>
                    <m:acc>
                      <m:accPr>
                        <m:chr m:val="̅"/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𝑉𝐹</m:t>
                        </m:r>
                      </m:e>
                    </m:acc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acc>
                      <m:accPr>
                        <m:chr m:val="̅"/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𝐴𝑑𝑑𝑟</m:t>
                        </m:r>
                      </m:e>
                    </m:acc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∷=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𝐶𝑜𝑝</m:t>
                          </m:r>
                          <m:sSup>
                            <m:s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𝑆𝑡𝑜𝑟𝑒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𝑉𝐴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𝐿𝑜𝑎𝑑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en-US" altLang="zh-CN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ts val="2600"/>
                  </a:lnSpc>
                </a:pPr>
                <a:r>
                  <a:rPr lang="en-US" altLang="zh-CN" sz="1600" b="0" dirty="0">
                    <a:cs typeface="Calibri" panose="020F0502020204030204" pitchFamily="34" charset="0"/>
                  </a:rPr>
                  <a:t>      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𝑆𝑡𝑜𝑟𝑒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𝑉𝐴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𝑃𝑇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acc>
                      <m:accPr>
                        <m:chr m:val="̅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𝑃𝑇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𝐿𝑜𝑎𝑑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∷= </m:t>
                    </m:r>
                    <m:acc>
                      <m:accPr>
                        <m:chr m:val="̅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𝐿𝑜𝑎𝑑</m:t>
                        </m:r>
                      </m:e>
                    </m:acc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acc>
                          <m:accPr>
                            <m:chr m:val="̅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𝑉𝐹</m:t>
                            </m:r>
                          </m:e>
                        </m:acc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𝑉𝐴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|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DC168E6-1AD1-44A7-ACA5-67D70141B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448" y="4330335"/>
                <a:ext cx="4739608" cy="1394997"/>
              </a:xfrm>
              <a:prstGeom prst="rect">
                <a:avLst/>
              </a:prstGeom>
              <a:blipFill>
                <a:blip r:embed="rId14"/>
                <a:stretch>
                  <a:fillRect b="-174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6108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4BA16-4EEC-D3A0-7AF0-A23BBBE9B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3CC6CCB-8496-6FBD-7519-1ACFDD380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31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CB6B88C5-7C85-397E-AB8D-BCE5CED8E878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示例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3DC4865B-8D88-E9E8-5166-75B1931619F7}"/>
              </a:ext>
            </a:extLst>
          </p:cNvPr>
          <p:cNvGrpSpPr/>
          <p:nvPr/>
        </p:nvGrpSpPr>
        <p:grpSpPr>
          <a:xfrm>
            <a:off x="9909089" y="772760"/>
            <a:ext cx="1794967" cy="961696"/>
            <a:chOff x="6235337" y="4223178"/>
            <a:chExt cx="1794967" cy="961696"/>
          </a:xfrm>
        </p:grpSpPr>
        <p:sp>
          <p:nvSpPr>
            <p:cNvPr id="35" name="思想气泡: 云 34">
              <a:extLst>
                <a:ext uri="{FF2B5EF4-FFF2-40B4-BE49-F238E27FC236}">
                  <a16:creationId xmlns:a16="http://schemas.microsoft.com/office/drawing/2014/main" id="{8E47879F-D648-CDE9-EF16-1E65B81ABB76}"/>
                </a:ext>
              </a:extLst>
            </p:cNvPr>
            <p:cNvSpPr/>
            <p:nvPr/>
          </p:nvSpPr>
          <p:spPr>
            <a:xfrm>
              <a:off x="6235337" y="4223178"/>
              <a:ext cx="1794967" cy="961696"/>
            </a:xfrm>
            <a:prstGeom prst="cloudCallout">
              <a:avLst>
                <a:gd name="adj1" fmla="val -48488"/>
                <a:gd name="adj2" fmla="val 60689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FF74BFBA-F263-56C8-F861-8450342E154E}"/>
                    </a:ext>
                  </a:extLst>
                </p:cNvPr>
                <p:cNvSpPr txBox="1"/>
                <p:nvPr/>
              </p:nvSpPr>
              <p:spPr>
                <a:xfrm>
                  <a:off x="6286891" y="4486553"/>
                  <a:ext cx="172738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400"/>
                    </a:lnSpc>
                    <a:spcBef>
                      <a:spcPts val="6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𝒐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𝟒</m:t>
                            </m:r>
                          </m:sub>
                        </m:sSub>
                        <m:groupChr>
                          <m:groupChrPr>
                            <m:chr m:val="→"/>
                            <m:vertJc m:val="bot"/>
                            <m:ctrl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𝑷</m:t>
                            </m:r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𝑻</m:t>
                            </m:r>
                          </m:e>
                        </m:groupChr>
                        <m:r>
                          <a:rPr lang="en-US" altLang="zh-CN" sz="2000" b="1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𝒐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000" b="1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2000" b="1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FF74BFBA-F263-56C8-F861-8450342E15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891" y="4486553"/>
                  <a:ext cx="1727382" cy="400110"/>
                </a:xfrm>
                <a:prstGeom prst="rect">
                  <a:avLst/>
                </a:prstGeom>
                <a:blipFill>
                  <a:blip r:embed="rId3"/>
                  <a:stretch>
                    <a:fillRect t="-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9123127-A5B6-5DC9-B8FE-61C579971C1C}"/>
                  </a:ext>
                </a:extLst>
              </p:cNvPr>
              <p:cNvSpPr txBox="1"/>
              <p:nvPr/>
            </p:nvSpPr>
            <p:spPr>
              <a:xfrm>
                <a:off x="694866" y="1191382"/>
                <a:ext cx="5009247" cy="2396041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b="0" dirty="0">
                    <a:solidFill>
                      <a:schemeClr val="tx1"/>
                    </a:solidFill>
                    <a:latin typeface="+mn-ea"/>
                    <a:cs typeface="Calibri" panose="020F0502020204030204" pitchFamily="34" charset="0"/>
                  </a:rPr>
                  <a:t>已知：</a:t>
                </a:r>
                <a:endParaRPr lang="en-US" altLang="zh-CN" b="0" dirty="0">
                  <a:solidFill>
                    <a:schemeClr val="tx1"/>
                  </a:solidFill>
                  <a:latin typeface="+mn-ea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𝑑𝑑𝑟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𝑆𝑡𝑜𝑟𝑒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𝐶𝑜𝑝𝑦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𝐿𝑜𝑎𝑑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𝑆𝑡𝑜𝑟𝑒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bar>
                          <m:barPr>
                            <m:pos m:val="top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𝐶𝑜𝑝𝑦</m:t>
                            </m:r>
                          </m:e>
                        </m:ba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bar>
                          <m:barPr>
                            <m:pos m:val="top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𝐴𝑑𝑑𝑟</m:t>
                            </m:r>
                          </m:e>
                        </m:bar>
                      </m:e>
                    </m:groupCh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CN" b="0" dirty="0">
                  <a:solidFill>
                    <a:schemeClr val="tx1"/>
                  </a:solidFill>
                  <a:latin typeface="+mn-ea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𝑃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</m:groupCh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⇔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𝑑𝑑𝑟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𝑉𝐹</m:t>
                        </m:r>
                      </m:e>
                    </m:groupCh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解：</a:t>
                </a:r>
                <a:endParaRPr lang="en-US" altLang="zh-CN" b="0" dirty="0">
                  <a:solidFill>
                    <a:schemeClr val="tx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</m:oMath>
                </a14:m>
                <a:r>
                  <a:rPr lang="en-US" altLang="zh-CN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Cambria Math" panose="02040503050406030204" pitchFamily="18" charset="0"/>
                  <a:buChar char="⇒"/>
                </a:pP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</m:oMath>
                </a14:m>
                <a:endParaRPr lang="en-US" altLang="zh-CN" sz="16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9123127-A5B6-5DC9-B8FE-61C579971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66" y="1191382"/>
                <a:ext cx="5009247" cy="2396041"/>
              </a:xfrm>
              <a:prstGeom prst="rect">
                <a:avLst/>
              </a:prstGeom>
              <a:blipFill>
                <a:blip r:embed="rId4"/>
                <a:stretch>
                  <a:fillRect l="-852" b="-2036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5D772D90-136C-4DE4-D62D-84744C93C867}"/>
              </a:ext>
            </a:extLst>
          </p:cNvPr>
          <p:cNvGrpSpPr/>
          <p:nvPr/>
        </p:nvGrpSpPr>
        <p:grpSpPr>
          <a:xfrm>
            <a:off x="7520456" y="1044818"/>
            <a:ext cx="3115871" cy="3077386"/>
            <a:chOff x="7344112" y="2107488"/>
            <a:chExt cx="3115871" cy="30773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0515962F-134D-38F5-7CEC-9300BFFB5EBF}"/>
                    </a:ext>
                  </a:extLst>
                </p:cNvPr>
                <p:cNvSpPr/>
                <p:nvPr/>
              </p:nvSpPr>
              <p:spPr>
                <a:xfrm>
                  <a:off x="7344112" y="2107488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0515962F-134D-38F5-7CEC-9300BFFB5E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4112" y="2107488"/>
                  <a:ext cx="352689" cy="352689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1CF8E3A4-28D9-2A00-3F2D-5B9ABA95B897}"/>
                    </a:ext>
                  </a:extLst>
                </p:cNvPr>
                <p:cNvSpPr/>
                <p:nvPr/>
              </p:nvSpPr>
              <p:spPr>
                <a:xfrm>
                  <a:off x="8150147" y="2107488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1CF8E3A4-28D9-2A00-3F2D-5B9ABA95B8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0147" y="2107488"/>
                  <a:ext cx="352689" cy="352689"/>
                </a:xfrm>
                <a:prstGeom prst="ellipse">
                  <a:avLst/>
                </a:prstGeom>
                <a:blipFill>
                  <a:blip r:embed="rId6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4EB1A175-0156-8FA3-D075-B4F6EDB4E3EB}"/>
                    </a:ext>
                  </a:extLst>
                </p:cNvPr>
                <p:cNvSpPr/>
                <p:nvPr/>
              </p:nvSpPr>
              <p:spPr>
                <a:xfrm>
                  <a:off x="8150147" y="3017534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𝒂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4EB1A175-0156-8FA3-D075-B4F6EDB4E3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0147" y="3017534"/>
                  <a:ext cx="352689" cy="352689"/>
                </a:xfrm>
                <a:prstGeom prst="ellipse">
                  <a:avLst/>
                </a:prstGeom>
                <a:blipFill>
                  <a:blip r:embed="rId7"/>
                  <a:stretch>
                    <a:fillRect l="-13333" r="-116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1CD90822-FCC9-E2E1-B26F-BD6451867E57}"/>
                    </a:ext>
                  </a:extLst>
                </p:cNvPr>
                <p:cNvSpPr/>
                <p:nvPr/>
              </p:nvSpPr>
              <p:spPr>
                <a:xfrm>
                  <a:off x="9301259" y="3017534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𝒃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1CD90822-FCC9-E2E1-B26F-BD6451867E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1259" y="3017534"/>
                  <a:ext cx="352689" cy="352689"/>
                </a:xfrm>
                <a:prstGeom prst="ellipse">
                  <a:avLst/>
                </a:prstGeom>
                <a:blipFill>
                  <a:blip r:embed="rId8"/>
                  <a:stretch>
                    <a:fillRect l="-15000" r="-116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BA3436E7-ACFD-73FF-3C32-D988E5350A6A}"/>
                    </a:ext>
                  </a:extLst>
                </p:cNvPr>
                <p:cNvSpPr/>
                <p:nvPr/>
              </p:nvSpPr>
              <p:spPr>
                <a:xfrm>
                  <a:off x="10107294" y="3017534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𝟒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BA3436E7-ACFD-73FF-3C32-D988E5350A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7294" y="3017534"/>
                  <a:ext cx="352689" cy="352689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AB2DA2A0-FBB8-C526-3460-1A09014BFBA1}"/>
                </a:ext>
              </a:extLst>
            </p:cNvPr>
            <p:cNvCxnSpPr>
              <a:cxnSpLocks/>
              <a:stCxn id="9" idx="4"/>
              <a:endCxn id="11" idx="0"/>
            </p:cNvCxnSpPr>
            <p:nvPr/>
          </p:nvCxnSpPr>
          <p:spPr>
            <a:xfrm>
              <a:off x="8326492" y="2460177"/>
              <a:ext cx="0" cy="557357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E5BDF7D6-7478-2CE1-D0EA-E8ED9DD73D8F}"/>
                </a:ext>
              </a:extLst>
            </p:cNvPr>
            <p:cNvCxnSpPr>
              <a:cxnSpLocks/>
              <a:stCxn id="7" idx="6"/>
              <a:endCxn id="9" idx="2"/>
            </p:cNvCxnSpPr>
            <p:nvPr/>
          </p:nvCxnSpPr>
          <p:spPr>
            <a:xfrm>
              <a:off x="7696801" y="2283833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AA885865-68F1-A28D-5B7D-E301523B0551}"/>
                </a:ext>
              </a:extLst>
            </p:cNvPr>
            <p:cNvCxnSpPr>
              <a:cxnSpLocks/>
              <a:stCxn id="14" idx="2"/>
              <a:endCxn id="13" idx="6"/>
            </p:cNvCxnSpPr>
            <p:nvPr/>
          </p:nvCxnSpPr>
          <p:spPr>
            <a:xfrm flipH="1">
              <a:off x="9653948" y="3193879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45FB4777-17DA-48AC-3328-43FFAC5DB16C}"/>
                    </a:ext>
                  </a:extLst>
                </p:cNvPr>
                <p:cNvSpPr/>
                <p:nvPr/>
              </p:nvSpPr>
              <p:spPr>
                <a:xfrm>
                  <a:off x="8154998" y="3922139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𝒑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45FB4777-17DA-48AC-3328-43FFAC5DB1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4998" y="3922139"/>
                  <a:ext cx="352689" cy="352689"/>
                </a:xfrm>
                <a:prstGeom prst="ellipse">
                  <a:avLst/>
                </a:prstGeom>
                <a:blipFill>
                  <a:blip r:embed="rId10"/>
                  <a:stretch>
                    <a:fillRect l="-18333" r="-13333" b="-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5C7B8E25-6AE2-408D-8D7F-304E80D9935A}"/>
                    </a:ext>
                  </a:extLst>
                </p:cNvPr>
                <p:cNvSpPr/>
                <p:nvPr/>
              </p:nvSpPr>
              <p:spPr>
                <a:xfrm>
                  <a:off x="9306110" y="3922139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𝒒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5C7B8E25-6AE2-408D-8D7F-304E80D993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6110" y="3922139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16949" r="-16949" b="-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AC1CEEA8-3D1D-30DC-5E9A-5EEDF704E156}"/>
                    </a:ext>
                  </a:extLst>
                </p:cNvPr>
                <p:cNvSpPr/>
                <p:nvPr/>
              </p:nvSpPr>
              <p:spPr>
                <a:xfrm>
                  <a:off x="8154998" y="4832185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𝟎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AC1CEEA8-3D1D-30DC-5E9A-5EEDF704E1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4998" y="4832185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 l="-13333" r="-10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012E04E9-EBE8-84BB-BAEC-E7240EE55756}"/>
                </a:ext>
              </a:extLst>
            </p:cNvPr>
            <p:cNvCxnSpPr>
              <a:cxnSpLocks/>
              <a:stCxn id="24" idx="4"/>
              <a:endCxn id="26" idx="0"/>
            </p:cNvCxnSpPr>
            <p:nvPr/>
          </p:nvCxnSpPr>
          <p:spPr>
            <a:xfrm>
              <a:off x="8331343" y="4274828"/>
              <a:ext cx="0" cy="55735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3C81DC2F-A004-CCA8-0220-A33E2D3F869C}"/>
                </a:ext>
              </a:extLst>
            </p:cNvPr>
            <p:cNvCxnSpPr>
              <a:cxnSpLocks/>
              <a:stCxn id="26" idx="7"/>
              <a:endCxn id="25" idx="3"/>
            </p:cNvCxnSpPr>
            <p:nvPr/>
          </p:nvCxnSpPr>
          <p:spPr>
            <a:xfrm flipV="1">
              <a:off x="8456037" y="4223178"/>
              <a:ext cx="901723" cy="660657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04C78AB2-4D61-E07E-7E20-C1648C3B9062}"/>
                </a:ext>
              </a:extLst>
            </p:cNvPr>
            <p:cNvCxnSpPr>
              <a:cxnSpLocks/>
              <a:stCxn id="11" idx="4"/>
              <a:endCxn id="24" idx="0"/>
            </p:cNvCxnSpPr>
            <p:nvPr/>
          </p:nvCxnSpPr>
          <p:spPr>
            <a:xfrm>
              <a:off x="8326492" y="3370223"/>
              <a:ext cx="4851" cy="551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08759FC8-38F5-7985-24BE-72A3A5AF496E}"/>
                </a:ext>
              </a:extLst>
            </p:cNvPr>
            <p:cNvCxnSpPr>
              <a:cxnSpLocks/>
              <a:stCxn id="13" idx="4"/>
              <a:endCxn id="25" idx="0"/>
            </p:cNvCxnSpPr>
            <p:nvPr/>
          </p:nvCxnSpPr>
          <p:spPr>
            <a:xfrm>
              <a:off x="9477604" y="3370223"/>
              <a:ext cx="4851" cy="551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图片 33">
            <a:extLst>
              <a:ext uri="{FF2B5EF4-FFF2-40B4-BE49-F238E27FC236}">
                <a16:creationId xmlns:a16="http://schemas.microsoft.com/office/drawing/2014/main" id="{6260D1FB-F12E-4805-05A4-311B950915F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96944" y="2454423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3DC29FD-0F96-BA76-C24E-1030236489E9}"/>
                  </a:ext>
                </a:extLst>
              </p:cNvPr>
              <p:cNvSpPr txBox="1"/>
              <p:nvPr/>
            </p:nvSpPr>
            <p:spPr>
              <a:xfrm>
                <a:off x="6964448" y="4330335"/>
                <a:ext cx="4739608" cy="139499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𝑃𝑇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∷=</m:t>
                    </m:r>
                    <m:acc>
                      <m:accPr>
                        <m:chr m:val="̅"/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𝑉𝐹</m:t>
                        </m:r>
                      </m:e>
                    </m:acc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acc>
                      <m:accPr>
                        <m:chr m:val="̅"/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𝐴𝑑𝑑𝑟</m:t>
                        </m:r>
                      </m:e>
                    </m:acc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∷=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𝐶𝑜𝑝</m:t>
                          </m:r>
                          <m:sSup>
                            <m:s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𝑆𝑡𝑜𝑟𝑒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𝑉𝐴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𝐿𝑜𝑎𝑑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en-US" altLang="zh-CN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ts val="2600"/>
                  </a:lnSpc>
                </a:pPr>
                <a:r>
                  <a:rPr lang="en-US" altLang="zh-CN" sz="1600" b="0" dirty="0">
                    <a:cs typeface="Calibri" panose="020F0502020204030204" pitchFamily="34" charset="0"/>
                  </a:rPr>
                  <a:t>      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𝑆𝑡𝑜𝑟𝑒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𝑉𝐴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𝑃𝑇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acc>
                      <m:accPr>
                        <m:chr m:val="̅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𝑃𝑇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𝐿𝑜𝑎𝑑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∷= </m:t>
                    </m:r>
                    <m:acc>
                      <m:accPr>
                        <m:chr m:val="̅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𝐿𝑜𝑎𝑑</m:t>
                        </m:r>
                      </m:e>
                    </m:acc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acc>
                          <m:accPr>
                            <m:chr m:val="̅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𝑉𝐹</m:t>
                            </m:r>
                          </m:e>
                        </m:acc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𝑉𝐴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|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3DC29FD-0F96-BA76-C24E-103023648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448" y="4330335"/>
                <a:ext cx="4739608" cy="1394997"/>
              </a:xfrm>
              <a:prstGeom prst="rect">
                <a:avLst/>
              </a:prstGeom>
              <a:blipFill>
                <a:blip r:embed="rId14"/>
                <a:stretch>
                  <a:fillRect b="-174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80C3A71-D952-D688-8851-EBDE181DD624}"/>
              </a:ext>
            </a:extLst>
          </p:cNvPr>
          <p:cNvSpPr/>
          <p:nvPr/>
        </p:nvSpPr>
        <p:spPr>
          <a:xfrm>
            <a:off x="8093170" y="4718380"/>
            <a:ext cx="806992" cy="31724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522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35502-3901-6375-A0B6-7C0C6DF69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7A00501-E0F8-8827-3DAA-9CBAB6EE6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32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CF088753-E357-97A0-87F5-F11D5D0E7BA7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示例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04F903EA-6A54-C085-143C-AE790D709678}"/>
              </a:ext>
            </a:extLst>
          </p:cNvPr>
          <p:cNvGrpSpPr/>
          <p:nvPr/>
        </p:nvGrpSpPr>
        <p:grpSpPr>
          <a:xfrm>
            <a:off x="9909089" y="772760"/>
            <a:ext cx="1794967" cy="961696"/>
            <a:chOff x="6235337" y="4223178"/>
            <a:chExt cx="1794967" cy="961696"/>
          </a:xfrm>
        </p:grpSpPr>
        <p:sp>
          <p:nvSpPr>
            <p:cNvPr id="35" name="思想气泡: 云 34">
              <a:extLst>
                <a:ext uri="{FF2B5EF4-FFF2-40B4-BE49-F238E27FC236}">
                  <a16:creationId xmlns:a16="http://schemas.microsoft.com/office/drawing/2014/main" id="{E8C6A418-3449-775C-B96C-E5C0FE14CEF9}"/>
                </a:ext>
              </a:extLst>
            </p:cNvPr>
            <p:cNvSpPr/>
            <p:nvPr/>
          </p:nvSpPr>
          <p:spPr>
            <a:xfrm>
              <a:off x="6235337" y="4223178"/>
              <a:ext cx="1794967" cy="961696"/>
            </a:xfrm>
            <a:prstGeom prst="cloudCallout">
              <a:avLst>
                <a:gd name="adj1" fmla="val -48488"/>
                <a:gd name="adj2" fmla="val 60689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5FA08DCE-CD24-B5F0-989F-8110509481F7}"/>
                    </a:ext>
                  </a:extLst>
                </p:cNvPr>
                <p:cNvSpPr txBox="1"/>
                <p:nvPr/>
              </p:nvSpPr>
              <p:spPr>
                <a:xfrm>
                  <a:off x="6286891" y="4486553"/>
                  <a:ext cx="172738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400"/>
                    </a:lnSpc>
                    <a:spcBef>
                      <a:spcPts val="6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𝒐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𝟒</m:t>
                            </m:r>
                          </m:sub>
                        </m:sSub>
                        <m:groupChr>
                          <m:groupChrPr>
                            <m:chr m:val="→"/>
                            <m:vertJc m:val="bot"/>
                            <m:ctrl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𝑷</m:t>
                            </m:r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𝑻</m:t>
                            </m:r>
                          </m:e>
                        </m:groupChr>
                        <m:r>
                          <a:rPr lang="en-US" altLang="zh-CN" sz="2000" b="1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𝒐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000" b="1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2000" b="1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5FA08DCE-CD24-B5F0-989F-8110509481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891" y="4486553"/>
                  <a:ext cx="1727382" cy="400110"/>
                </a:xfrm>
                <a:prstGeom prst="rect">
                  <a:avLst/>
                </a:prstGeom>
                <a:blipFill>
                  <a:blip r:embed="rId3"/>
                  <a:stretch>
                    <a:fillRect t="-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847016D-498C-0464-E4BA-92E855C9E904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94866" y="1191382"/>
                <a:ext cx="5009247" cy="2780761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b="0" dirty="0">
                    <a:solidFill>
                      <a:schemeClr val="tx1"/>
                    </a:solidFill>
                    <a:latin typeface="+mn-ea"/>
                    <a:cs typeface="Calibri" panose="020F0502020204030204" pitchFamily="34" charset="0"/>
                  </a:rPr>
                  <a:t>已知：</a:t>
                </a:r>
                <a:endParaRPr lang="en-US" altLang="zh-CN" b="0" dirty="0">
                  <a:solidFill>
                    <a:schemeClr val="tx1"/>
                  </a:solidFill>
                  <a:latin typeface="+mn-ea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𝑑𝑑𝑟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𝑆𝑡𝑜𝑟𝑒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𝐶𝑜𝑝𝑦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𝐿𝑜𝑎𝑑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𝑆𝑡𝑜𝑟𝑒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bar>
                          <m:barPr>
                            <m:pos m:val="top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𝐶𝑜𝑝𝑦</m:t>
                            </m:r>
                          </m:e>
                        </m:ba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bar>
                          <m:barPr>
                            <m:pos m:val="top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𝐴𝑑𝑑𝑟</m:t>
                            </m:r>
                          </m:e>
                        </m:bar>
                      </m:e>
                    </m:groupCh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CN" b="0" dirty="0">
                  <a:solidFill>
                    <a:schemeClr val="tx1"/>
                  </a:solidFill>
                  <a:latin typeface="+mn-ea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𝑃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</m:groupCh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⇔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𝑑𝑑𝑟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𝑉𝐹</m:t>
                        </m:r>
                      </m:e>
                    </m:groupCh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解：</a:t>
                </a:r>
                <a:endParaRPr lang="en-US" altLang="zh-CN" b="0" dirty="0">
                  <a:solidFill>
                    <a:schemeClr val="tx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</m:oMath>
                </a14:m>
                <a:r>
                  <a:rPr lang="en-US" altLang="zh-CN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Cambria Math" panose="02040503050406030204" pitchFamily="18" charset="0"/>
                  <a:buChar char="⇒"/>
                </a:pP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</m:oMath>
                </a14:m>
                <a:endParaRPr lang="en-US" altLang="zh-CN" sz="16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Cambria Math" panose="02040503050406030204" pitchFamily="18" charset="0"/>
                  <a:buChar char="⇒"/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</m:oMath>
                </a14:m>
                <a:endParaRPr lang="en-US" altLang="zh-CN" sz="1600" b="0" i="1" dirty="0"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847016D-498C-0464-E4BA-92E855C9E90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66" y="1191382"/>
                <a:ext cx="5009247" cy="2780761"/>
              </a:xfrm>
              <a:prstGeom prst="rect">
                <a:avLst/>
              </a:prstGeom>
              <a:blipFill>
                <a:blip r:embed="rId4"/>
                <a:stretch>
                  <a:fillRect l="-852" b="-131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A3F9864A-C934-4E9D-7A88-B87C0F8DC4AB}"/>
              </a:ext>
            </a:extLst>
          </p:cNvPr>
          <p:cNvGrpSpPr/>
          <p:nvPr/>
        </p:nvGrpSpPr>
        <p:grpSpPr>
          <a:xfrm>
            <a:off x="7520456" y="1044818"/>
            <a:ext cx="3115871" cy="3077386"/>
            <a:chOff x="7344112" y="2107488"/>
            <a:chExt cx="3115871" cy="30773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09177D74-AF69-1D62-2E5F-F75747D02CAD}"/>
                    </a:ext>
                  </a:extLst>
                </p:cNvPr>
                <p:cNvSpPr/>
                <p:nvPr/>
              </p:nvSpPr>
              <p:spPr>
                <a:xfrm>
                  <a:off x="7344112" y="2107488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09177D74-AF69-1D62-2E5F-F75747D02C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4112" y="2107488"/>
                  <a:ext cx="352689" cy="352689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31CE3633-2141-84F1-95FD-1FC97769DBE2}"/>
                    </a:ext>
                  </a:extLst>
                </p:cNvPr>
                <p:cNvSpPr/>
                <p:nvPr/>
              </p:nvSpPr>
              <p:spPr>
                <a:xfrm>
                  <a:off x="8150147" y="2107488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31CE3633-2141-84F1-95FD-1FC97769DB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0147" y="2107488"/>
                  <a:ext cx="352689" cy="352689"/>
                </a:xfrm>
                <a:prstGeom prst="ellipse">
                  <a:avLst/>
                </a:prstGeom>
                <a:blipFill>
                  <a:blip r:embed="rId6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A09BA9A4-8BAE-9BEF-6B8A-01A5823AEC6B}"/>
                    </a:ext>
                  </a:extLst>
                </p:cNvPr>
                <p:cNvSpPr/>
                <p:nvPr/>
              </p:nvSpPr>
              <p:spPr>
                <a:xfrm>
                  <a:off x="8150147" y="3017534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𝒂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A09BA9A4-8BAE-9BEF-6B8A-01A5823AEC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0147" y="3017534"/>
                  <a:ext cx="352689" cy="352689"/>
                </a:xfrm>
                <a:prstGeom prst="ellipse">
                  <a:avLst/>
                </a:prstGeom>
                <a:blipFill>
                  <a:blip r:embed="rId7"/>
                  <a:stretch>
                    <a:fillRect l="-13333" r="-116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07FE5C3D-B5BC-31B3-953A-9F6AC4B23497}"/>
                    </a:ext>
                  </a:extLst>
                </p:cNvPr>
                <p:cNvSpPr/>
                <p:nvPr/>
              </p:nvSpPr>
              <p:spPr>
                <a:xfrm>
                  <a:off x="9301259" y="3017534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𝒃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07FE5C3D-B5BC-31B3-953A-9F6AC4B234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1259" y="3017534"/>
                  <a:ext cx="352689" cy="352689"/>
                </a:xfrm>
                <a:prstGeom prst="ellipse">
                  <a:avLst/>
                </a:prstGeom>
                <a:blipFill>
                  <a:blip r:embed="rId8"/>
                  <a:stretch>
                    <a:fillRect l="-15000" r="-116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4012BD4C-4B4A-D9C1-5760-2E96FAF4E632}"/>
                    </a:ext>
                  </a:extLst>
                </p:cNvPr>
                <p:cNvSpPr/>
                <p:nvPr/>
              </p:nvSpPr>
              <p:spPr>
                <a:xfrm>
                  <a:off x="10107294" y="3017534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𝟒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4012BD4C-4B4A-D9C1-5760-2E96FAF4E6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7294" y="3017534"/>
                  <a:ext cx="352689" cy="352689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BFBA5FEC-5511-0B33-7E38-7B7196AAD74F}"/>
                </a:ext>
              </a:extLst>
            </p:cNvPr>
            <p:cNvCxnSpPr>
              <a:cxnSpLocks/>
              <a:stCxn id="9" idx="4"/>
              <a:endCxn id="11" idx="0"/>
            </p:cNvCxnSpPr>
            <p:nvPr/>
          </p:nvCxnSpPr>
          <p:spPr>
            <a:xfrm>
              <a:off x="8326492" y="2460177"/>
              <a:ext cx="0" cy="557357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799C6C16-1D58-A771-0E69-8860C6F0A396}"/>
                </a:ext>
              </a:extLst>
            </p:cNvPr>
            <p:cNvCxnSpPr>
              <a:cxnSpLocks/>
              <a:stCxn id="7" idx="6"/>
              <a:endCxn id="9" idx="2"/>
            </p:cNvCxnSpPr>
            <p:nvPr/>
          </p:nvCxnSpPr>
          <p:spPr>
            <a:xfrm>
              <a:off x="7696801" y="2283833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150E33F9-E5B5-743D-5BFA-F762C0899E16}"/>
                </a:ext>
              </a:extLst>
            </p:cNvPr>
            <p:cNvCxnSpPr>
              <a:cxnSpLocks/>
              <a:stCxn id="14" idx="2"/>
              <a:endCxn id="13" idx="6"/>
            </p:cNvCxnSpPr>
            <p:nvPr/>
          </p:nvCxnSpPr>
          <p:spPr>
            <a:xfrm flipH="1">
              <a:off x="9653948" y="3193879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E3968B85-0AD4-210C-4602-9E5765677031}"/>
                    </a:ext>
                  </a:extLst>
                </p:cNvPr>
                <p:cNvSpPr/>
                <p:nvPr/>
              </p:nvSpPr>
              <p:spPr>
                <a:xfrm>
                  <a:off x="8154998" y="3922139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𝒑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E3968B85-0AD4-210C-4602-9E57656770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4998" y="3922139"/>
                  <a:ext cx="352689" cy="352689"/>
                </a:xfrm>
                <a:prstGeom prst="ellipse">
                  <a:avLst/>
                </a:prstGeom>
                <a:blipFill>
                  <a:blip r:embed="rId10"/>
                  <a:stretch>
                    <a:fillRect l="-18333" r="-13333" b="-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8F9BE71E-BF37-C3FB-E82D-FE6A61C4A73D}"/>
                    </a:ext>
                  </a:extLst>
                </p:cNvPr>
                <p:cNvSpPr/>
                <p:nvPr/>
              </p:nvSpPr>
              <p:spPr>
                <a:xfrm>
                  <a:off x="9306110" y="3922139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𝒒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8F9BE71E-BF37-C3FB-E82D-FE6A61C4A7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6110" y="3922139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16949" r="-16949" b="-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6F72C435-E591-5B2B-4AC7-C4EBACE6C144}"/>
                    </a:ext>
                  </a:extLst>
                </p:cNvPr>
                <p:cNvSpPr/>
                <p:nvPr/>
              </p:nvSpPr>
              <p:spPr>
                <a:xfrm>
                  <a:off x="8154998" y="4832185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𝟎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6F72C435-E591-5B2B-4AC7-C4EBACE6C14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4998" y="4832185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 l="-13333" r="-10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7EBED070-E514-73EC-BF77-A45D99F2FAA5}"/>
                </a:ext>
              </a:extLst>
            </p:cNvPr>
            <p:cNvCxnSpPr>
              <a:cxnSpLocks/>
              <a:stCxn id="24" idx="4"/>
              <a:endCxn id="26" idx="0"/>
            </p:cNvCxnSpPr>
            <p:nvPr/>
          </p:nvCxnSpPr>
          <p:spPr>
            <a:xfrm>
              <a:off x="8331343" y="4274828"/>
              <a:ext cx="0" cy="55735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F929D5D0-2D3A-0573-5D7D-D4C363FF3168}"/>
                </a:ext>
              </a:extLst>
            </p:cNvPr>
            <p:cNvCxnSpPr>
              <a:cxnSpLocks/>
              <a:stCxn id="26" idx="7"/>
              <a:endCxn id="25" idx="3"/>
            </p:cNvCxnSpPr>
            <p:nvPr/>
          </p:nvCxnSpPr>
          <p:spPr>
            <a:xfrm flipV="1">
              <a:off x="8456037" y="4223178"/>
              <a:ext cx="901723" cy="660657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E5A728D2-2593-198E-1C48-877DEA8C5863}"/>
                </a:ext>
              </a:extLst>
            </p:cNvPr>
            <p:cNvCxnSpPr>
              <a:cxnSpLocks/>
              <a:stCxn id="11" idx="4"/>
              <a:endCxn id="24" idx="0"/>
            </p:cNvCxnSpPr>
            <p:nvPr/>
          </p:nvCxnSpPr>
          <p:spPr>
            <a:xfrm>
              <a:off x="8326492" y="3370223"/>
              <a:ext cx="4851" cy="551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FC859D8C-A3D4-2B9F-9D07-3D0FA35AD9FF}"/>
                </a:ext>
              </a:extLst>
            </p:cNvPr>
            <p:cNvCxnSpPr>
              <a:cxnSpLocks/>
              <a:stCxn id="13" idx="4"/>
              <a:endCxn id="25" idx="0"/>
            </p:cNvCxnSpPr>
            <p:nvPr/>
          </p:nvCxnSpPr>
          <p:spPr>
            <a:xfrm>
              <a:off x="9477604" y="3370223"/>
              <a:ext cx="4851" cy="551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图片 33">
            <a:extLst>
              <a:ext uri="{FF2B5EF4-FFF2-40B4-BE49-F238E27FC236}">
                <a16:creationId xmlns:a16="http://schemas.microsoft.com/office/drawing/2014/main" id="{38667881-28FB-2846-DE6F-06AF294E05B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96944" y="2454423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874040E-C054-AABD-DA51-8E58CCD937E3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964448" y="4330335"/>
                <a:ext cx="4739608" cy="139499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𝑃𝑇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∷=</m:t>
                    </m:r>
                    <m:acc>
                      <m:accPr>
                        <m:chr m:val="̅"/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𝑉𝐹</m:t>
                        </m:r>
                      </m:e>
                    </m:acc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acc>
                      <m:accPr>
                        <m:chr m:val="̅"/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𝐴𝑑𝑑𝑟</m:t>
                        </m:r>
                      </m:e>
                    </m:acc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∷=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𝐶𝑜𝑝</m:t>
                          </m:r>
                          <m:sSup>
                            <m:s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𝑆𝑡𝑜𝑟𝑒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𝑉𝐴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𝐿𝑜𝑎𝑑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en-US" altLang="zh-CN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ts val="2600"/>
                  </a:lnSpc>
                </a:pPr>
                <a:r>
                  <a:rPr lang="en-US" altLang="zh-CN" sz="1600" b="0" dirty="0">
                    <a:cs typeface="Calibri" panose="020F0502020204030204" pitchFamily="34" charset="0"/>
                  </a:rPr>
                  <a:t>      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𝑆𝑡𝑜𝑟𝑒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𝑉𝐴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𝑃𝑇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acc>
                      <m:accPr>
                        <m:chr m:val="̅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𝑃𝑇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𝐿𝑜𝑎𝑑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∷= </m:t>
                    </m:r>
                    <m:acc>
                      <m:accPr>
                        <m:chr m:val="̅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𝐿𝑜𝑎𝑑</m:t>
                        </m:r>
                      </m:e>
                    </m:acc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acc>
                          <m:accPr>
                            <m:chr m:val="̅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𝑉𝐹</m:t>
                            </m:r>
                          </m:e>
                        </m:acc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𝑉𝐴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|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874040E-C054-AABD-DA51-8E58CCD937E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448" y="4330335"/>
                <a:ext cx="4739608" cy="1394997"/>
              </a:xfrm>
              <a:prstGeom prst="rect">
                <a:avLst/>
              </a:prstGeom>
              <a:blipFill>
                <a:blip r:embed="rId14"/>
                <a:stretch>
                  <a:fillRect b="-174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DCD8508-C510-1972-59AC-894E90C5E8C2}"/>
              </a:ext>
            </a:extLst>
          </p:cNvPr>
          <p:cNvSpPr/>
          <p:nvPr/>
        </p:nvSpPr>
        <p:spPr>
          <a:xfrm>
            <a:off x="9782526" y="4727089"/>
            <a:ext cx="1556034" cy="31724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25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1FAA1-A30B-87DA-472B-061A85D57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A7C9190-5F84-894A-3500-2D3DCB6AE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33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865D9412-423B-6E88-799A-86E110C897DD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示例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BB89B432-A791-B671-7D45-B56C9784E78F}"/>
              </a:ext>
            </a:extLst>
          </p:cNvPr>
          <p:cNvGrpSpPr/>
          <p:nvPr/>
        </p:nvGrpSpPr>
        <p:grpSpPr>
          <a:xfrm>
            <a:off x="9909089" y="772760"/>
            <a:ext cx="1794967" cy="961696"/>
            <a:chOff x="6235337" y="4223178"/>
            <a:chExt cx="1794967" cy="961696"/>
          </a:xfrm>
        </p:grpSpPr>
        <p:sp>
          <p:nvSpPr>
            <p:cNvPr id="35" name="思想气泡: 云 34">
              <a:extLst>
                <a:ext uri="{FF2B5EF4-FFF2-40B4-BE49-F238E27FC236}">
                  <a16:creationId xmlns:a16="http://schemas.microsoft.com/office/drawing/2014/main" id="{106630D6-F985-F518-525D-38230268D77E}"/>
                </a:ext>
              </a:extLst>
            </p:cNvPr>
            <p:cNvSpPr/>
            <p:nvPr/>
          </p:nvSpPr>
          <p:spPr>
            <a:xfrm>
              <a:off x="6235337" y="4223178"/>
              <a:ext cx="1794967" cy="961696"/>
            </a:xfrm>
            <a:prstGeom prst="cloudCallout">
              <a:avLst>
                <a:gd name="adj1" fmla="val -48488"/>
                <a:gd name="adj2" fmla="val 60689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0AF4B7F-6711-6089-87D2-C0F8345B3D3A}"/>
                    </a:ext>
                  </a:extLst>
                </p:cNvPr>
                <p:cNvSpPr txBox="1"/>
                <p:nvPr/>
              </p:nvSpPr>
              <p:spPr>
                <a:xfrm>
                  <a:off x="6286891" y="4486553"/>
                  <a:ext cx="172738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400"/>
                    </a:lnSpc>
                    <a:spcBef>
                      <a:spcPts val="6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𝒐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𝟒</m:t>
                            </m:r>
                          </m:sub>
                        </m:sSub>
                        <m:groupChr>
                          <m:groupChrPr>
                            <m:chr m:val="→"/>
                            <m:vertJc m:val="bot"/>
                            <m:ctrl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𝑷</m:t>
                            </m:r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𝑻</m:t>
                            </m:r>
                          </m:e>
                        </m:groupChr>
                        <m:r>
                          <a:rPr lang="en-US" altLang="zh-CN" sz="2000" b="1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𝒐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000" b="1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2000" b="1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0AF4B7F-6711-6089-87D2-C0F8345B3D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891" y="4486553"/>
                  <a:ext cx="1727382" cy="400110"/>
                </a:xfrm>
                <a:prstGeom prst="rect">
                  <a:avLst/>
                </a:prstGeom>
                <a:blipFill>
                  <a:blip r:embed="rId3"/>
                  <a:stretch>
                    <a:fillRect t="-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016BE5E-8371-4CF0-1CC6-8D18A9A4E45B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94866" y="1191382"/>
                <a:ext cx="5009247" cy="3165482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b="0" dirty="0">
                    <a:solidFill>
                      <a:schemeClr val="tx1"/>
                    </a:solidFill>
                    <a:latin typeface="+mn-ea"/>
                    <a:cs typeface="Calibri" panose="020F0502020204030204" pitchFamily="34" charset="0"/>
                  </a:rPr>
                  <a:t>已知：</a:t>
                </a:r>
                <a:endParaRPr lang="en-US" altLang="zh-CN" b="0" dirty="0">
                  <a:solidFill>
                    <a:schemeClr val="tx1"/>
                  </a:solidFill>
                  <a:latin typeface="+mn-ea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𝑑𝑑𝑟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𝑆𝑡𝑜𝑟𝑒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𝐶𝑜𝑝𝑦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𝐿𝑜𝑎𝑑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𝑆𝑡𝑜𝑟𝑒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bar>
                          <m:barPr>
                            <m:pos m:val="top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𝐶𝑜𝑝𝑦</m:t>
                            </m:r>
                          </m:e>
                        </m:ba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bar>
                          <m:barPr>
                            <m:pos m:val="top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𝐴𝑑𝑑𝑟</m:t>
                            </m:r>
                          </m:e>
                        </m:bar>
                      </m:e>
                    </m:groupCh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CN" b="0" dirty="0">
                  <a:solidFill>
                    <a:schemeClr val="tx1"/>
                  </a:solidFill>
                  <a:latin typeface="+mn-ea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𝑃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</m:groupCh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⇔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𝑑𝑑𝑟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𝑉𝐹</m:t>
                        </m:r>
                      </m:e>
                    </m:groupCh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解：</a:t>
                </a:r>
                <a:endParaRPr lang="en-US" altLang="zh-CN" b="0" dirty="0">
                  <a:solidFill>
                    <a:schemeClr val="tx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</m:oMath>
                </a14:m>
                <a:r>
                  <a:rPr lang="en-US" altLang="zh-CN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Cambria Math" panose="02040503050406030204" pitchFamily="18" charset="0"/>
                  <a:buChar char="⇒"/>
                </a:pP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</m:oMath>
                </a14:m>
                <a:endParaRPr lang="en-US" altLang="zh-CN" sz="16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Cambria Math" panose="02040503050406030204" pitchFamily="18" charset="0"/>
                  <a:buChar char="⇒"/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</m:oMath>
                </a14:m>
                <a:endParaRPr lang="en-US" altLang="zh-CN" sz="1600" b="0" i="1" dirty="0"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Cambria Math" panose="02040503050406030204" pitchFamily="18" charset="0"/>
                  <a:buChar char="⇒"/>
                </a:pP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𝑜𝑝𝑦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</m:oMath>
                </a14:m>
                <a:endParaRPr lang="en-US" altLang="zh-CN" sz="1600" b="0" i="1" dirty="0"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016BE5E-8371-4CF0-1CC6-8D18A9A4E45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66" y="1191382"/>
                <a:ext cx="5009247" cy="3165482"/>
              </a:xfrm>
              <a:prstGeom prst="rect">
                <a:avLst/>
              </a:prstGeom>
              <a:blipFill>
                <a:blip r:embed="rId4"/>
                <a:stretch>
                  <a:fillRect l="-852" b="-1154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EF578FC1-1E48-F279-BE33-87FB405A0809}"/>
              </a:ext>
            </a:extLst>
          </p:cNvPr>
          <p:cNvGrpSpPr/>
          <p:nvPr/>
        </p:nvGrpSpPr>
        <p:grpSpPr>
          <a:xfrm>
            <a:off x="7520456" y="1044818"/>
            <a:ext cx="3115871" cy="3077386"/>
            <a:chOff x="7344112" y="2107488"/>
            <a:chExt cx="3115871" cy="30773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CAAFAD4A-CA82-4B98-187E-F109B46BDBB5}"/>
                    </a:ext>
                  </a:extLst>
                </p:cNvPr>
                <p:cNvSpPr/>
                <p:nvPr/>
              </p:nvSpPr>
              <p:spPr>
                <a:xfrm>
                  <a:off x="7344112" y="2107488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CAAFAD4A-CA82-4B98-187E-F109B46BDB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4112" y="2107488"/>
                  <a:ext cx="352689" cy="352689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00653904-7ECF-A468-3A49-644C19C691BE}"/>
                    </a:ext>
                  </a:extLst>
                </p:cNvPr>
                <p:cNvSpPr/>
                <p:nvPr/>
              </p:nvSpPr>
              <p:spPr>
                <a:xfrm>
                  <a:off x="8150147" y="2107488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00653904-7ECF-A468-3A49-644C19C691B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0147" y="2107488"/>
                  <a:ext cx="352689" cy="352689"/>
                </a:xfrm>
                <a:prstGeom prst="ellipse">
                  <a:avLst/>
                </a:prstGeom>
                <a:blipFill>
                  <a:blip r:embed="rId6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3F399C67-F936-5004-615A-DD82AFD96937}"/>
                    </a:ext>
                  </a:extLst>
                </p:cNvPr>
                <p:cNvSpPr/>
                <p:nvPr/>
              </p:nvSpPr>
              <p:spPr>
                <a:xfrm>
                  <a:off x="8150147" y="3017534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𝒂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3F399C67-F936-5004-615A-DD82AFD969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0147" y="3017534"/>
                  <a:ext cx="352689" cy="352689"/>
                </a:xfrm>
                <a:prstGeom prst="ellipse">
                  <a:avLst/>
                </a:prstGeom>
                <a:blipFill>
                  <a:blip r:embed="rId7"/>
                  <a:stretch>
                    <a:fillRect l="-13333" r="-116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856B8B5C-3EEA-57C0-E1B2-0C2EF102787B}"/>
                    </a:ext>
                  </a:extLst>
                </p:cNvPr>
                <p:cNvSpPr/>
                <p:nvPr/>
              </p:nvSpPr>
              <p:spPr>
                <a:xfrm>
                  <a:off x="9301259" y="3017534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𝒃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856B8B5C-3EEA-57C0-E1B2-0C2EF10278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1259" y="3017534"/>
                  <a:ext cx="352689" cy="352689"/>
                </a:xfrm>
                <a:prstGeom prst="ellipse">
                  <a:avLst/>
                </a:prstGeom>
                <a:blipFill>
                  <a:blip r:embed="rId8"/>
                  <a:stretch>
                    <a:fillRect l="-15000" r="-116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C841CC19-0F76-E72B-AA3D-CF0633DC420D}"/>
                    </a:ext>
                  </a:extLst>
                </p:cNvPr>
                <p:cNvSpPr/>
                <p:nvPr/>
              </p:nvSpPr>
              <p:spPr>
                <a:xfrm>
                  <a:off x="10107294" y="3017534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𝟒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C841CC19-0F76-E72B-AA3D-CF0633DC42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7294" y="3017534"/>
                  <a:ext cx="352689" cy="352689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07EB8334-784B-6C94-91AC-6E516784C330}"/>
                </a:ext>
              </a:extLst>
            </p:cNvPr>
            <p:cNvCxnSpPr>
              <a:cxnSpLocks/>
              <a:stCxn id="9" idx="4"/>
              <a:endCxn id="11" idx="0"/>
            </p:cNvCxnSpPr>
            <p:nvPr/>
          </p:nvCxnSpPr>
          <p:spPr>
            <a:xfrm>
              <a:off x="8326492" y="2460177"/>
              <a:ext cx="0" cy="557357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9E380D14-B042-9074-B2E4-8FA2C017E56E}"/>
                </a:ext>
              </a:extLst>
            </p:cNvPr>
            <p:cNvCxnSpPr>
              <a:cxnSpLocks/>
              <a:stCxn id="7" idx="6"/>
              <a:endCxn id="9" idx="2"/>
            </p:cNvCxnSpPr>
            <p:nvPr/>
          </p:nvCxnSpPr>
          <p:spPr>
            <a:xfrm>
              <a:off x="7696801" y="2283833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9C9A44C4-EFFD-F671-29F0-2D8371FD5B1B}"/>
                </a:ext>
              </a:extLst>
            </p:cNvPr>
            <p:cNvCxnSpPr>
              <a:cxnSpLocks/>
              <a:stCxn id="14" idx="2"/>
              <a:endCxn id="13" idx="6"/>
            </p:cNvCxnSpPr>
            <p:nvPr/>
          </p:nvCxnSpPr>
          <p:spPr>
            <a:xfrm flipH="1">
              <a:off x="9653948" y="3193879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B9416D48-A392-AB36-D278-2C9032254003}"/>
                    </a:ext>
                  </a:extLst>
                </p:cNvPr>
                <p:cNvSpPr/>
                <p:nvPr/>
              </p:nvSpPr>
              <p:spPr>
                <a:xfrm>
                  <a:off x="8154998" y="3922139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𝒑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B9416D48-A392-AB36-D278-2C90322540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4998" y="3922139"/>
                  <a:ext cx="352689" cy="352689"/>
                </a:xfrm>
                <a:prstGeom prst="ellipse">
                  <a:avLst/>
                </a:prstGeom>
                <a:blipFill>
                  <a:blip r:embed="rId10"/>
                  <a:stretch>
                    <a:fillRect l="-18333" r="-13333" b="-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E991707A-A883-0C93-3762-1225E8F5DC8C}"/>
                    </a:ext>
                  </a:extLst>
                </p:cNvPr>
                <p:cNvSpPr/>
                <p:nvPr/>
              </p:nvSpPr>
              <p:spPr>
                <a:xfrm>
                  <a:off x="9306110" y="3922139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𝒒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E991707A-A883-0C93-3762-1225E8F5DC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6110" y="3922139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16949" r="-16949" b="-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3AA60B90-96EE-AB84-6D17-6E521BF452F0}"/>
                    </a:ext>
                  </a:extLst>
                </p:cNvPr>
                <p:cNvSpPr/>
                <p:nvPr/>
              </p:nvSpPr>
              <p:spPr>
                <a:xfrm>
                  <a:off x="8154998" y="4832185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𝟎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3AA60B90-96EE-AB84-6D17-6E521BF452F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4998" y="4832185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 l="-13333" r="-10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FC739CE0-F00D-A791-69C9-47C33767BBDF}"/>
                </a:ext>
              </a:extLst>
            </p:cNvPr>
            <p:cNvCxnSpPr>
              <a:cxnSpLocks/>
              <a:stCxn id="24" idx="4"/>
              <a:endCxn id="26" idx="0"/>
            </p:cNvCxnSpPr>
            <p:nvPr/>
          </p:nvCxnSpPr>
          <p:spPr>
            <a:xfrm>
              <a:off x="8331343" y="4274828"/>
              <a:ext cx="0" cy="55735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9BB7CB2C-EEEB-5996-3879-6F0930A82BB9}"/>
                </a:ext>
              </a:extLst>
            </p:cNvPr>
            <p:cNvCxnSpPr>
              <a:cxnSpLocks/>
              <a:stCxn id="26" idx="7"/>
              <a:endCxn id="25" idx="3"/>
            </p:cNvCxnSpPr>
            <p:nvPr/>
          </p:nvCxnSpPr>
          <p:spPr>
            <a:xfrm flipV="1">
              <a:off x="8456037" y="4223178"/>
              <a:ext cx="901723" cy="660657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596AD38C-BD46-3B73-BB5E-0E2D01854DF5}"/>
                </a:ext>
              </a:extLst>
            </p:cNvPr>
            <p:cNvCxnSpPr>
              <a:cxnSpLocks/>
              <a:stCxn id="11" idx="4"/>
              <a:endCxn id="24" idx="0"/>
            </p:cNvCxnSpPr>
            <p:nvPr/>
          </p:nvCxnSpPr>
          <p:spPr>
            <a:xfrm>
              <a:off x="8326492" y="3370223"/>
              <a:ext cx="4851" cy="551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BE451AC4-D877-5781-40FC-FCBD0973BEEE}"/>
                </a:ext>
              </a:extLst>
            </p:cNvPr>
            <p:cNvCxnSpPr>
              <a:cxnSpLocks/>
              <a:stCxn id="13" idx="4"/>
              <a:endCxn id="25" idx="0"/>
            </p:cNvCxnSpPr>
            <p:nvPr/>
          </p:nvCxnSpPr>
          <p:spPr>
            <a:xfrm>
              <a:off x="9477604" y="3370223"/>
              <a:ext cx="4851" cy="551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图片 33">
            <a:extLst>
              <a:ext uri="{FF2B5EF4-FFF2-40B4-BE49-F238E27FC236}">
                <a16:creationId xmlns:a16="http://schemas.microsoft.com/office/drawing/2014/main" id="{F703D848-692F-7991-F412-31E2B4EBEC0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96944" y="2454423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E63A362-9507-50B6-2EB6-F73ECC88C7B4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964448" y="4330335"/>
                <a:ext cx="4739608" cy="139499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𝑃𝑇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∷=</m:t>
                    </m:r>
                    <m:acc>
                      <m:accPr>
                        <m:chr m:val="̅"/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𝑉𝐹</m:t>
                        </m:r>
                      </m:e>
                    </m:acc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acc>
                      <m:accPr>
                        <m:chr m:val="̅"/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𝐴𝑑𝑑𝑟</m:t>
                        </m:r>
                      </m:e>
                    </m:acc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∷=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𝐶𝑜𝑝</m:t>
                          </m:r>
                          <m:sSup>
                            <m:s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𝑆𝑡𝑜𝑟𝑒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𝑉𝐴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𝐿𝑜𝑎𝑑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en-US" altLang="zh-CN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ts val="2600"/>
                  </a:lnSpc>
                </a:pPr>
                <a:r>
                  <a:rPr lang="en-US" altLang="zh-CN" sz="1600" b="0" dirty="0">
                    <a:cs typeface="Calibri" panose="020F0502020204030204" pitchFamily="34" charset="0"/>
                  </a:rPr>
                  <a:t>      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𝑆𝑡𝑜𝑟𝑒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𝑉𝐴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𝑃𝑇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acc>
                      <m:accPr>
                        <m:chr m:val="̅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𝑃𝑇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𝐿𝑜𝑎𝑑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∷= </m:t>
                    </m:r>
                    <m:acc>
                      <m:accPr>
                        <m:chr m:val="̅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𝐿𝑜𝑎𝑑</m:t>
                        </m:r>
                      </m:e>
                    </m:acc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acc>
                          <m:accPr>
                            <m:chr m:val="̅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𝑉𝐹</m:t>
                            </m:r>
                          </m:e>
                        </m:acc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𝑉𝐴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|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E63A362-9507-50B6-2EB6-F73ECC88C7B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448" y="4330335"/>
                <a:ext cx="4739608" cy="1394997"/>
              </a:xfrm>
              <a:prstGeom prst="rect">
                <a:avLst/>
              </a:prstGeom>
              <a:blipFill>
                <a:blip r:embed="rId14"/>
                <a:stretch>
                  <a:fillRect b="-174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52DE113-51CA-C0C4-6B69-E18ECE075FB2}"/>
              </a:ext>
            </a:extLst>
          </p:cNvPr>
          <p:cNvSpPr/>
          <p:nvPr/>
        </p:nvSpPr>
        <p:spPr>
          <a:xfrm>
            <a:off x="10592421" y="5366831"/>
            <a:ext cx="1020798" cy="31724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EDC2DA0-A803-07FE-1C11-D633F5967FE6}"/>
              </a:ext>
            </a:extLst>
          </p:cNvPr>
          <p:cNvSpPr/>
          <p:nvPr/>
        </p:nvSpPr>
        <p:spPr>
          <a:xfrm>
            <a:off x="9023705" y="4727089"/>
            <a:ext cx="630243" cy="31724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69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994B3-FD4C-93F7-F3C5-AE1CC4676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5F7E31C-6C81-1757-264F-4A302875A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34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1B26BBFC-B5E9-3E80-252E-070168E360F3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示例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6619BF0C-9CF1-C71C-230B-B26B024F207B}"/>
              </a:ext>
            </a:extLst>
          </p:cNvPr>
          <p:cNvGrpSpPr/>
          <p:nvPr/>
        </p:nvGrpSpPr>
        <p:grpSpPr>
          <a:xfrm>
            <a:off x="9909089" y="772760"/>
            <a:ext cx="1794967" cy="961696"/>
            <a:chOff x="6235337" y="4223178"/>
            <a:chExt cx="1794967" cy="961696"/>
          </a:xfrm>
        </p:grpSpPr>
        <p:sp>
          <p:nvSpPr>
            <p:cNvPr id="35" name="思想气泡: 云 34">
              <a:extLst>
                <a:ext uri="{FF2B5EF4-FFF2-40B4-BE49-F238E27FC236}">
                  <a16:creationId xmlns:a16="http://schemas.microsoft.com/office/drawing/2014/main" id="{ED15B4BF-E7C5-8BFE-6AE7-124CC35D1838}"/>
                </a:ext>
              </a:extLst>
            </p:cNvPr>
            <p:cNvSpPr/>
            <p:nvPr/>
          </p:nvSpPr>
          <p:spPr>
            <a:xfrm>
              <a:off x="6235337" y="4223178"/>
              <a:ext cx="1794967" cy="961696"/>
            </a:xfrm>
            <a:prstGeom prst="cloudCallout">
              <a:avLst>
                <a:gd name="adj1" fmla="val -48488"/>
                <a:gd name="adj2" fmla="val 60689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F855F00-6F45-2749-CFD8-1283F4C35DAD}"/>
                    </a:ext>
                  </a:extLst>
                </p:cNvPr>
                <p:cNvSpPr txBox="1"/>
                <p:nvPr/>
              </p:nvSpPr>
              <p:spPr>
                <a:xfrm>
                  <a:off x="6286891" y="4486553"/>
                  <a:ext cx="172738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400"/>
                    </a:lnSpc>
                    <a:spcBef>
                      <a:spcPts val="6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𝒐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𝟒</m:t>
                            </m:r>
                          </m:sub>
                        </m:sSub>
                        <m:groupChr>
                          <m:groupChrPr>
                            <m:chr m:val="→"/>
                            <m:vertJc m:val="bot"/>
                            <m:ctrl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𝑷</m:t>
                            </m:r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𝑻</m:t>
                            </m:r>
                          </m:e>
                        </m:groupChr>
                        <m:r>
                          <a:rPr lang="en-US" altLang="zh-CN" sz="2000" b="1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𝒐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000" b="1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2000" b="1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F855F00-6F45-2749-CFD8-1283F4C35D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891" y="4486553"/>
                  <a:ext cx="1727382" cy="400110"/>
                </a:xfrm>
                <a:prstGeom prst="rect">
                  <a:avLst/>
                </a:prstGeom>
                <a:blipFill>
                  <a:blip r:embed="rId3"/>
                  <a:stretch>
                    <a:fillRect t="-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AF82D82-766E-5B60-CAAB-5B23669228C2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94866" y="1191382"/>
                <a:ext cx="5009247" cy="3550203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b="0" dirty="0">
                    <a:solidFill>
                      <a:schemeClr val="tx1"/>
                    </a:solidFill>
                    <a:latin typeface="+mn-ea"/>
                    <a:cs typeface="Calibri" panose="020F0502020204030204" pitchFamily="34" charset="0"/>
                  </a:rPr>
                  <a:t>已知：</a:t>
                </a:r>
                <a:endParaRPr lang="en-US" altLang="zh-CN" b="0" dirty="0">
                  <a:solidFill>
                    <a:schemeClr val="tx1"/>
                  </a:solidFill>
                  <a:latin typeface="+mn-ea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𝑑𝑑𝑟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𝑆𝑡𝑜𝑟𝑒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𝐶𝑜𝑝𝑦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𝐿𝑜𝑎𝑑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𝑆𝑡𝑜𝑟𝑒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bar>
                          <m:barPr>
                            <m:pos m:val="top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𝐶𝑜𝑝𝑦</m:t>
                            </m:r>
                          </m:e>
                        </m:ba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bar>
                          <m:barPr>
                            <m:pos m:val="top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𝐴𝑑𝑑𝑟</m:t>
                            </m:r>
                          </m:e>
                        </m:bar>
                      </m:e>
                    </m:groupCh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CN" b="0" dirty="0">
                  <a:solidFill>
                    <a:schemeClr val="tx1"/>
                  </a:solidFill>
                  <a:latin typeface="+mn-ea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𝑃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</m:groupCh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⇔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𝑑𝑑𝑟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𝑉𝐹</m:t>
                        </m:r>
                      </m:e>
                    </m:groupCh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解：</a:t>
                </a:r>
                <a:endParaRPr lang="en-US" altLang="zh-CN" b="0" dirty="0">
                  <a:solidFill>
                    <a:schemeClr val="tx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</m:oMath>
                </a14:m>
                <a:r>
                  <a:rPr lang="en-US" altLang="zh-CN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Cambria Math" panose="02040503050406030204" pitchFamily="18" charset="0"/>
                  <a:buChar char="⇒"/>
                </a:pP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</m:oMath>
                </a14:m>
                <a:endParaRPr lang="en-US" altLang="zh-CN" sz="16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Cambria Math" panose="02040503050406030204" pitchFamily="18" charset="0"/>
                  <a:buChar char="⇒"/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</m:oMath>
                </a14:m>
                <a:endParaRPr lang="en-US" altLang="zh-CN" sz="1600" b="0" i="1" dirty="0"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Cambria Math" panose="02040503050406030204" pitchFamily="18" charset="0"/>
                  <a:buChar char="⇒"/>
                </a:pP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𝑜𝑝𝑦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</m:oMath>
                </a14:m>
                <a:endParaRPr lang="en-US" altLang="zh-CN" sz="1600" b="0" i="1" dirty="0"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Cambria Math" panose="02040503050406030204" pitchFamily="18" charset="0"/>
                  <a:buChar char="⇒"/>
                </a:pP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𝐶𝑜𝑝𝑦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𝑃𝑇</m:t>
                    </m:r>
                  </m:oMath>
                </a14:m>
                <a:endParaRPr lang="en-US" altLang="zh-CN" sz="16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AF82D82-766E-5B60-CAAB-5B23669228C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66" y="1191382"/>
                <a:ext cx="5009247" cy="3550203"/>
              </a:xfrm>
              <a:prstGeom prst="rect">
                <a:avLst/>
              </a:prstGeom>
              <a:blipFill>
                <a:blip r:embed="rId4"/>
                <a:stretch>
                  <a:fillRect l="-852" b="-85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948F8EFB-DC96-2BED-ED07-069E54104BAC}"/>
              </a:ext>
            </a:extLst>
          </p:cNvPr>
          <p:cNvGrpSpPr/>
          <p:nvPr/>
        </p:nvGrpSpPr>
        <p:grpSpPr>
          <a:xfrm>
            <a:off x="7520456" y="1044818"/>
            <a:ext cx="3115871" cy="3077386"/>
            <a:chOff x="7344112" y="2107488"/>
            <a:chExt cx="3115871" cy="30773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8ADD75BD-AF37-CFB7-ABF2-F5B9B9314925}"/>
                    </a:ext>
                  </a:extLst>
                </p:cNvPr>
                <p:cNvSpPr/>
                <p:nvPr/>
              </p:nvSpPr>
              <p:spPr>
                <a:xfrm>
                  <a:off x="7344112" y="2107488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8ADD75BD-AF37-CFB7-ABF2-F5B9B93149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4112" y="2107488"/>
                  <a:ext cx="352689" cy="352689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29DDAAD7-FCD2-EC95-9E21-B8BE9FA5B8D1}"/>
                    </a:ext>
                  </a:extLst>
                </p:cNvPr>
                <p:cNvSpPr/>
                <p:nvPr/>
              </p:nvSpPr>
              <p:spPr>
                <a:xfrm>
                  <a:off x="8150147" y="2107488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29DDAAD7-FCD2-EC95-9E21-B8BE9FA5B8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0147" y="2107488"/>
                  <a:ext cx="352689" cy="352689"/>
                </a:xfrm>
                <a:prstGeom prst="ellipse">
                  <a:avLst/>
                </a:prstGeom>
                <a:blipFill>
                  <a:blip r:embed="rId6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F77FF2CF-299F-CB56-4D8B-72308B829B3E}"/>
                    </a:ext>
                  </a:extLst>
                </p:cNvPr>
                <p:cNvSpPr/>
                <p:nvPr/>
              </p:nvSpPr>
              <p:spPr>
                <a:xfrm>
                  <a:off x="8150147" y="3017534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𝒂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F77FF2CF-299F-CB56-4D8B-72308B829B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0147" y="3017534"/>
                  <a:ext cx="352689" cy="352689"/>
                </a:xfrm>
                <a:prstGeom prst="ellipse">
                  <a:avLst/>
                </a:prstGeom>
                <a:blipFill>
                  <a:blip r:embed="rId7"/>
                  <a:stretch>
                    <a:fillRect l="-13333" r="-116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9A219A0C-9783-BCF3-A7AD-86CE4BF58CA3}"/>
                    </a:ext>
                  </a:extLst>
                </p:cNvPr>
                <p:cNvSpPr/>
                <p:nvPr/>
              </p:nvSpPr>
              <p:spPr>
                <a:xfrm>
                  <a:off x="9301259" y="3017534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𝒃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9A219A0C-9783-BCF3-A7AD-86CE4BF58C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1259" y="3017534"/>
                  <a:ext cx="352689" cy="352689"/>
                </a:xfrm>
                <a:prstGeom prst="ellipse">
                  <a:avLst/>
                </a:prstGeom>
                <a:blipFill>
                  <a:blip r:embed="rId8"/>
                  <a:stretch>
                    <a:fillRect l="-15000" r="-116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0D7320D5-41F3-0740-AA25-DD99177BC047}"/>
                    </a:ext>
                  </a:extLst>
                </p:cNvPr>
                <p:cNvSpPr/>
                <p:nvPr/>
              </p:nvSpPr>
              <p:spPr>
                <a:xfrm>
                  <a:off x="10107294" y="3017534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𝟒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0D7320D5-41F3-0740-AA25-DD99177BC0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7294" y="3017534"/>
                  <a:ext cx="352689" cy="352689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904AD374-5E4E-3158-8A7E-BCAEDA1FEDCE}"/>
                </a:ext>
              </a:extLst>
            </p:cNvPr>
            <p:cNvCxnSpPr>
              <a:cxnSpLocks/>
              <a:stCxn id="9" idx="4"/>
              <a:endCxn id="11" idx="0"/>
            </p:cNvCxnSpPr>
            <p:nvPr/>
          </p:nvCxnSpPr>
          <p:spPr>
            <a:xfrm>
              <a:off x="8326492" y="2460177"/>
              <a:ext cx="0" cy="557357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4ADF9FA4-517A-0D0C-7142-F9B892BD2CB7}"/>
                </a:ext>
              </a:extLst>
            </p:cNvPr>
            <p:cNvCxnSpPr>
              <a:cxnSpLocks/>
              <a:stCxn id="7" idx="6"/>
              <a:endCxn id="9" idx="2"/>
            </p:cNvCxnSpPr>
            <p:nvPr/>
          </p:nvCxnSpPr>
          <p:spPr>
            <a:xfrm>
              <a:off x="7696801" y="2283833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739C3FE7-1D2A-496C-F9E8-7B6048EF9652}"/>
                </a:ext>
              </a:extLst>
            </p:cNvPr>
            <p:cNvCxnSpPr>
              <a:cxnSpLocks/>
              <a:stCxn id="14" idx="2"/>
              <a:endCxn id="13" idx="6"/>
            </p:cNvCxnSpPr>
            <p:nvPr/>
          </p:nvCxnSpPr>
          <p:spPr>
            <a:xfrm flipH="1">
              <a:off x="9653948" y="3193879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10E6C8AD-BD64-0682-83E3-5EFC08311F6F}"/>
                    </a:ext>
                  </a:extLst>
                </p:cNvPr>
                <p:cNvSpPr/>
                <p:nvPr/>
              </p:nvSpPr>
              <p:spPr>
                <a:xfrm>
                  <a:off x="8154998" y="3922139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𝒑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10E6C8AD-BD64-0682-83E3-5EFC08311F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4998" y="3922139"/>
                  <a:ext cx="352689" cy="352689"/>
                </a:xfrm>
                <a:prstGeom prst="ellipse">
                  <a:avLst/>
                </a:prstGeom>
                <a:blipFill>
                  <a:blip r:embed="rId10"/>
                  <a:stretch>
                    <a:fillRect l="-18333" r="-13333" b="-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A4EDBE8E-C504-F889-235F-A80664FC8251}"/>
                    </a:ext>
                  </a:extLst>
                </p:cNvPr>
                <p:cNvSpPr/>
                <p:nvPr/>
              </p:nvSpPr>
              <p:spPr>
                <a:xfrm>
                  <a:off x="9306110" y="3922139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𝒒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A4EDBE8E-C504-F889-235F-A80664FC82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6110" y="3922139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16949" r="-16949" b="-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3B2A2E01-9AC2-54B7-9D9C-FC42429CB99F}"/>
                    </a:ext>
                  </a:extLst>
                </p:cNvPr>
                <p:cNvSpPr/>
                <p:nvPr/>
              </p:nvSpPr>
              <p:spPr>
                <a:xfrm>
                  <a:off x="8154998" y="4832185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𝟎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3B2A2E01-9AC2-54B7-9D9C-FC42429CB9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4998" y="4832185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 l="-13333" r="-10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BAC1CF14-3905-F730-42A4-D2133C969A48}"/>
                </a:ext>
              </a:extLst>
            </p:cNvPr>
            <p:cNvCxnSpPr>
              <a:cxnSpLocks/>
              <a:stCxn id="24" idx="4"/>
              <a:endCxn id="26" idx="0"/>
            </p:cNvCxnSpPr>
            <p:nvPr/>
          </p:nvCxnSpPr>
          <p:spPr>
            <a:xfrm>
              <a:off x="8331343" y="4274828"/>
              <a:ext cx="0" cy="55735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7940EF62-11D9-B5D6-6070-C0CCA53541CB}"/>
                </a:ext>
              </a:extLst>
            </p:cNvPr>
            <p:cNvCxnSpPr>
              <a:cxnSpLocks/>
              <a:stCxn id="26" idx="7"/>
              <a:endCxn id="25" idx="3"/>
            </p:cNvCxnSpPr>
            <p:nvPr/>
          </p:nvCxnSpPr>
          <p:spPr>
            <a:xfrm flipV="1">
              <a:off x="8456037" y="4223178"/>
              <a:ext cx="901723" cy="660657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BCE4C6D7-852B-4C5F-7452-E318133C7F7B}"/>
                </a:ext>
              </a:extLst>
            </p:cNvPr>
            <p:cNvCxnSpPr>
              <a:cxnSpLocks/>
              <a:stCxn id="11" idx="4"/>
              <a:endCxn id="24" idx="0"/>
            </p:cNvCxnSpPr>
            <p:nvPr/>
          </p:nvCxnSpPr>
          <p:spPr>
            <a:xfrm>
              <a:off x="8326492" y="3370223"/>
              <a:ext cx="4851" cy="551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A6CA6E6A-38F5-ADAA-D9F1-B1DCFF388ED8}"/>
                </a:ext>
              </a:extLst>
            </p:cNvPr>
            <p:cNvCxnSpPr>
              <a:cxnSpLocks/>
              <a:stCxn id="13" idx="4"/>
              <a:endCxn id="25" idx="0"/>
            </p:cNvCxnSpPr>
            <p:nvPr/>
          </p:nvCxnSpPr>
          <p:spPr>
            <a:xfrm>
              <a:off x="9477604" y="3370223"/>
              <a:ext cx="4851" cy="551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图片 33">
            <a:extLst>
              <a:ext uri="{FF2B5EF4-FFF2-40B4-BE49-F238E27FC236}">
                <a16:creationId xmlns:a16="http://schemas.microsoft.com/office/drawing/2014/main" id="{004F4714-2AA0-40B4-714F-1C879997D5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96944" y="2454423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4ADC020-115F-14C9-73A3-51CCCDFB7482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964448" y="4330335"/>
                <a:ext cx="4739608" cy="139499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𝑃𝑇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∷=</m:t>
                    </m:r>
                    <m:acc>
                      <m:accPr>
                        <m:chr m:val="̅"/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𝑉𝐹</m:t>
                        </m:r>
                      </m:e>
                    </m:acc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acc>
                      <m:accPr>
                        <m:chr m:val="̅"/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𝐴𝑑𝑑𝑟</m:t>
                        </m:r>
                      </m:e>
                    </m:acc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∷=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𝐶𝑜𝑝</m:t>
                          </m:r>
                          <m:sSup>
                            <m:s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𝑆𝑡𝑜𝑟𝑒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𝑉𝐴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𝐿𝑜𝑎𝑑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en-US" altLang="zh-CN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ts val="2600"/>
                  </a:lnSpc>
                </a:pPr>
                <a:r>
                  <a:rPr lang="en-US" altLang="zh-CN" sz="1600" b="0" dirty="0">
                    <a:cs typeface="Calibri" panose="020F0502020204030204" pitchFamily="34" charset="0"/>
                  </a:rPr>
                  <a:t>      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𝑆𝑡𝑜𝑟𝑒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𝑉𝐴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𝑃𝑇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acc>
                      <m:accPr>
                        <m:chr m:val="̅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𝑃𝑇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𝐿𝑜𝑎𝑑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∷= </m:t>
                    </m:r>
                    <m:acc>
                      <m:accPr>
                        <m:chr m:val="̅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𝐿𝑜𝑎𝑑</m:t>
                        </m:r>
                      </m:e>
                    </m:acc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acc>
                          <m:accPr>
                            <m:chr m:val="̅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𝑉𝐹</m:t>
                            </m:r>
                          </m:e>
                        </m:acc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𝑉𝐴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|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4ADC020-115F-14C9-73A3-51CCCDFB748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448" y="4330335"/>
                <a:ext cx="4739608" cy="1394997"/>
              </a:xfrm>
              <a:prstGeom prst="rect">
                <a:avLst/>
              </a:prstGeom>
              <a:blipFill>
                <a:blip r:embed="rId14"/>
                <a:stretch>
                  <a:fillRect b="-174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18B5AEC-96F4-FE1F-67E8-49FADEE99747}"/>
              </a:ext>
            </a:extLst>
          </p:cNvPr>
          <p:cNvSpPr/>
          <p:nvPr/>
        </p:nvSpPr>
        <p:spPr>
          <a:xfrm>
            <a:off x="8168781" y="5049885"/>
            <a:ext cx="1308822" cy="31724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11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82D48-6B94-8603-3009-A9218FD92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A5E6BDC-F1B7-905D-6F15-08A80FB4C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35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98CD9FF3-239A-1988-1B49-B4D0C792EE52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示例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47EE9C20-0E7B-AB7E-DBAE-AF4CB100619E}"/>
              </a:ext>
            </a:extLst>
          </p:cNvPr>
          <p:cNvGrpSpPr/>
          <p:nvPr/>
        </p:nvGrpSpPr>
        <p:grpSpPr>
          <a:xfrm>
            <a:off x="9909089" y="772760"/>
            <a:ext cx="1794967" cy="961696"/>
            <a:chOff x="6235337" y="4223178"/>
            <a:chExt cx="1794967" cy="961696"/>
          </a:xfrm>
        </p:grpSpPr>
        <p:sp>
          <p:nvSpPr>
            <p:cNvPr id="35" name="思想气泡: 云 34">
              <a:extLst>
                <a:ext uri="{FF2B5EF4-FFF2-40B4-BE49-F238E27FC236}">
                  <a16:creationId xmlns:a16="http://schemas.microsoft.com/office/drawing/2014/main" id="{4144D3B4-68E1-584F-A58B-5042D59EE04F}"/>
                </a:ext>
              </a:extLst>
            </p:cNvPr>
            <p:cNvSpPr/>
            <p:nvPr/>
          </p:nvSpPr>
          <p:spPr>
            <a:xfrm>
              <a:off x="6235337" y="4223178"/>
              <a:ext cx="1794967" cy="961696"/>
            </a:xfrm>
            <a:prstGeom prst="cloudCallout">
              <a:avLst>
                <a:gd name="adj1" fmla="val -48488"/>
                <a:gd name="adj2" fmla="val 60689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F1D8121B-3192-E362-D13F-39A5C7F82A6B}"/>
                    </a:ext>
                  </a:extLst>
                </p:cNvPr>
                <p:cNvSpPr txBox="1"/>
                <p:nvPr/>
              </p:nvSpPr>
              <p:spPr>
                <a:xfrm>
                  <a:off x="6286891" y="4486553"/>
                  <a:ext cx="172738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400"/>
                    </a:lnSpc>
                    <a:spcBef>
                      <a:spcPts val="6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𝒐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𝟒</m:t>
                            </m:r>
                          </m:sub>
                        </m:sSub>
                        <m:groupChr>
                          <m:groupChrPr>
                            <m:chr m:val="→"/>
                            <m:vertJc m:val="bot"/>
                            <m:ctrl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𝑷</m:t>
                            </m:r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𝑻</m:t>
                            </m:r>
                          </m:e>
                        </m:groupChr>
                        <m:r>
                          <a:rPr lang="en-US" altLang="zh-CN" sz="2000" b="1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𝒐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000" b="1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2000" b="1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F1D8121B-3192-E362-D13F-39A5C7F82A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891" y="4486553"/>
                  <a:ext cx="1727382" cy="400110"/>
                </a:xfrm>
                <a:prstGeom prst="rect">
                  <a:avLst/>
                </a:prstGeom>
                <a:blipFill>
                  <a:blip r:embed="rId3"/>
                  <a:stretch>
                    <a:fillRect t="-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C442246-34A6-45BD-008E-F9828F58AD74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94866" y="1191382"/>
                <a:ext cx="5009247" cy="3934731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b="0" dirty="0">
                    <a:solidFill>
                      <a:schemeClr val="tx1"/>
                    </a:solidFill>
                    <a:latin typeface="+mn-ea"/>
                    <a:cs typeface="Calibri" panose="020F0502020204030204" pitchFamily="34" charset="0"/>
                  </a:rPr>
                  <a:t>已知：</a:t>
                </a:r>
                <a:endParaRPr lang="en-US" altLang="zh-CN" b="0" dirty="0">
                  <a:solidFill>
                    <a:schemeClr val="tx1"/>
                  </a:solidFill>
                  <a:latin typeface="+mn-ea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𝑑𝑑𝑟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𝑆𝑡𝑜𝑟𝑒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𝐶𝑜𝑝𝑦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𝐿𝑜𝑎𝑑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𝑆𝑡𝑜𝑟𝑒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bar>
                          <m:barPr>
                            <m:pos m:val="top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𝐶𝑜𝑝𝑦</m:t>
                            </m:r>
                          </m:e>
                        </m:ba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bar>
                          <m:barPr>
                            <m:pos m:val="top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𝐴𝑑𝑑𝑟</m:t>
                            </m:r>
                          </m:e>
                        </m:bar>
                      </m:e>
                    </m:groupCh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CN" b="0" dirty="0">
                  <a:solidFill>
                    <a:schemeClr val="tx1"/>
                  </a:solidFill>
                  <a:latin typeface="+mn-ea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𝑃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</m:groupCh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⇔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𝑑𝑑𝑟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𝑉𝐹</m:t>
                        </m:r>
                      </m:e>
                    </m:groupCh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解：</a:t>
                </a:r>
                <a:endParaRPr lang="en-US" altLang="zh-CN" b="0" dirty="0">
                  <a:solidFill>
                    <a:schemeClr val="tx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</m:oMath>
                </a14:m>
                <a:r>
                  <a:rPr lang="en-US" altLang="zh-CN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Cambria Math" panose="02040503050406030204" pitchFamily="18" charset="0"/>
                  <a:buChar char="⇒"/>
                </a:pP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</m:oMath>
                </a14:m>
                <a:endParaRPr lang="en-US" altLang="zh-CN" sz="16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Cambria Math" panose="02040503050406030204" pitchFamily="18" charset="0"/>
                  <a:buChar char="⇒"/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</m:oMath>
                </a14:m>
                <a:endParaRPr lang="en-US" altLang="zh-CN" sz="1600" b="0" i="1" dirty="0"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Cambria Math" panose="02040503050406030204" pitchFamily="18" charset="0"/>
                  <a:buChar char="⇒"/>
                </a:pP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𝑜𝑝𝑦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</m:oMath>
                </a14:m>
                <a:endParaRPr lang="en-US" altLang="zh-CN" sz="1600" b="0" i="1" dirty="0"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Cambria Math" panose="02040503050406030204" pitchFamily="18" charset="0"/>
                  <a:buChar char="⇒"/>
                </a:pP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𝐶𝑜𝑝𝑦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𝑃𝑇</m:t>
                    </m:r>
                  </m:oMath>
                </a14:m>
                <a:endParaRPr lang="en-US" altLang="zh-CN" sz="16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Cambria Math" panose="02040503050406030204" pitchFamily="18" charset="0"/>
                  <a:buChar char="⇒"/>
                </a:pP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𝐶𝑜𝑝𝑦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bar>
                      <m:barPr>
                        <m:pos m:val="top"/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𝐶𝑜𝑝𝑦</m:t>
                        </m:r>
                      </m:e>
                    </m:ba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𝑃𝑇</m:t>
                    </m:r>
                  </m:oMath>
                </a14:m>
                <a:endParaRPr lang="en-US" altLang="zh-CN" sz="1600" i="1" dirty="0"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C442246-34A6-45BD-008E-F9828F58AD7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66" y="1191382"/>
                <a:ext cx="5009247" cy="3934731"/>
              </a:xfrm>
              <a:prstGeom prst="rect">
                <a:avLst/>
              </a:prstGeom>
              <a:blipFill>
                <a:blip r:embed="rId4"/>
                <a:stretch>
                  <a:fillRect l="-852" b="-774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F6E24F75-F131-04E5-56FC-03C17B5D88E2}"/>
              </a:ext>
            </a:extLst>
          </p:cNvPr>
          <p:cNvGrpSpPr/>
          <p:nvPr/>
        </p:nvGrpSpPr>
        <p:grpSpPr>
          <a:xfrm>
            <a:off x="7520456" y="1044818"/>
            <a:ext cx="3115871" cy="3077386"/>
            <a:chOff x="7344112" y="2107488"/>
            <a:chExt cx="3115871" cy="30773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C18884E6-5E16-1D61-BF9A-C0D5E77CB592}"/>
                    </a:ext>
                  </a:extLst>
                </p:cNvPr>
                <p:cNvSpPr/>
                <p:nvPr/>
              </p:nvSpPr>
              <p:spPr>
                <a:xfrm>
                  <a:off x="7344112" y="2107488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C18884E6-5E16-1D61-BF9A-C0D5E77CB59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4112" y="2107488"/>
                  <a:ext cx="352689" cy="352689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EA8B3AFD-5AB9-2ADE-C21D-D74BD70F8E3B}"/>
                    </a:ext>
                  </a:extLst>
                </p:cNvPr>
                <p:cNvSpPr/>
                <p:nvPr/>
              </p:nvSpPr>
              <p:spPr>
                <a:xfrm>
                  <a:off x="8150147" y="2107488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EA8B3AFD-5AB9-2ADE-C21D-D74BD70F8E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0147" y="2107488"/>
                  <a:ext cx="352689" cy="352689"/>
                </a:xfrm>
                <a:prstGeom prst="ellipse">
                  <a:avLst/>
                </a:prstGeom>
                <a:blipFill>
                  <a:blip r:embed="rId6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A1DA4F53-D980-DA81-B92D-0FA8122F6F7D}"/>
                    </a:ext>
                  </a:extLst>
                </p:cNvPr>
                <p:cNvSpPr/>
                <p:nvPr/>
              </p:nvSpPr>
              <p:spPr>
                <a:xfrm>
                  <a:off x="8150147" y="3017534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𝒂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A1DA4F53-D980-DA81-B92D-0FA8122F6F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0147" y="3017534"/>
                  <a:ext cx="352689" cy="352689"/>
                </a:xfrm>
                <a:prstGeom prst="ellipse">
                  <a:avLst/>
                </a:prstGeom>
                <a:blipFill>
                  <a:blip r:embed="rId7"/>
                  <a:stretch>
                    <a:fillRect l="-13333" r="-116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C3C57F9B-3C5F-35D0-97A1-3F9DC6A93D25}"/>
                    </a:ext>
                  </a:extLst>
                </p:cNvPr>
                <p:cNvSpPr/>
                <p:nvPr/>
              </p:nvSpPr>
              <p:spPr>
                <a:xfrm>
                  <a:off x="9301259" y="3017534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𝒃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C3C57F9B-3C5F-35D0-97A1-3F9DC6A93D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1259" y="3017534"/>
                  <a:ext cx="352689" cy="352689"/>
                </a:xfrm>
                <a:prstGeom prst="ellipse">
                  <a:avLst/>
                </a:prstGeom>
                <a:blipFill>
                  <a:blip r:embed="rId8"/>
                  <a:stretch>
                    <a:fillRect l="-15000" r="-116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2E7B23F7-FF12-D303-C91B-DF22D8C6011F}"/>
                    </a:ext>
                  </a:extLst>
                </p:cNvPr>
                <p:cNvSpPr/>
                <p:nvPr/>
              </p:nvSpPr>
              <p:spPr>
                <a:xfrm>
                  <a:off x="10107294" y="3017534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𝟒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2E7B23F7-FF12-D303-C91B-DF22D8C601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7294" y="3017534"/>
                  <a:ext cx="352689" cy="352689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E83254C8-EB92-1808-BDEB-F23AE5A0019C}"/>
                </a:ext>
              </a:extLst>
            </p:cNvPr>
            <p:cNvCxnSpPr>
              <a:cxnSpLocks/>
              <a:stCxn id="9" idx="4"/>
              <a:endCxn id="11" idx="0"/>
            </p:cNvCxnSpPr>
            <p:nvPr/>
          </p:nvCxnSpPr>
          <p:spPr>
            <a:xfrm>
              <a:off x="8326492" y="2460177"/>
              <a:ext cx="0" cy="557357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BF800846-B13F-F496-DABA-6B5C84D793D3}"/>
                </a:ext>
              </a:extLst>
            </p:cNvPr>
            <p:cNvCxnSpPr>
              <a:cxnSpLocks/>
              <a:stCxn id="7" idx="6"/>
              <a:endCxn id="9" idx="2"/>
            </p:cNvCxnSpPr>
            <p:nvPr/>
          </p:nvCxnSpPr>
          <p:spPr>
            <a:xfrm>
              <a:off x="7696801" y="2283833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F675E337-0820-A17A-0514-9A0AE0F74DAD}"/>
                </a:ext>
              </a:extLst>
            </p:cNvPr>
            <p:cNvCxnSpPr>
              <a:cxnSpLocks/>
              <a:stCxn id="14" idx="2"/>
              <a:endCxn id="13" idx="6"/>
            </p:cNvCxnSpPr>
            <p:nvPr/>
          </p:nvCxnSpPr>
          <p:spPr>
            <a:xfrm flipH="1">
              <a:off x="9653948" y="3193879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21EB6F84-3F42-2251-CDB3-E32494BD4CF0}"/>
                    </a:ext>
                  </a:extLst>
                </p:cNvPr>
                <p:cNvSpPr/>
                <p:nvPr/>
              </p:nvSpPr>
              <p:spPr>
                <a:xfrm>
                  <a:off x="8154998" y="3922139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𝒑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21EB6F84-3F42-2251-CDB3-E32494BD4CF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4998" y="3922139"/>
                  <a:ext cx="352689" cy="352689"/>
                </a:xfrm>
                <a:prstGeom prst="ellipse">
                  <a:avLst/>
                </a:prstGeom>
                <a:blipFill>
                  <a:blip r:embed="rId10"/>
                  <a:stretch>
                    <a:fillRect l="-18333" r="-13333" b="-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690D73DA-04DD-878F-DABF-9C70B4BD422D}"/>
                    </a:ext>
                  </a:extLst>
                </p:cNvPr>
                <p:cNvSpPr/>
                <p:nvPr/>
              </p:nvSpPr>
              <p:spPr>
                <a:xfrm>
                  <a:off x="9306110" y="3922139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𝒒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690D73DA-04DD-878F-DABF-9C70B4BD422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6110" y="3922139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16949" r="-16949" b="-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55FC19D8-E62F-5C7A-E2D0-7968A7A1EB22}"/>
                    </a:ext>
                  </a:extLst>
                </p:cNvPr>
                <p:cNvSpPr/>
                <p:nvPr/>
              </p:nvSpPr>
              <p:spPr>
                <a:xfrm>
                  <a:off x="8154998" y="4832185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𝟎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55FC19D8-E62F-5C7A-E2D0-7968A7A1EB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4998" y="4832185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 l="-13333" r="-10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EAC4B63F-7A5D-055F-8E0B-593A180D6E0B}"/>
                </a:ext>
              </a:extLst>
            </p:cNvPr>
            <p:cNvCxnSpPr>
              <a:cxnSpLocks/>
              <a:stCxn id="24" idx="4"/>
              <a:endCxn id="26" idx="0"/>
            </p:cNvCxnSpPr>
            <p:nvPr/>
          </p:nvCxnSpPr>
          <p:spPr>
            <a:xfrm>
              <a:off x="8331343" y="4274828"/>
              <a:ext cx="0" cy="55735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3E9064D2-BE45-CC68-8AE4-E956D86806F6}"/>
                </a:ext>
              </a:extLst>
            </p:cNvPr>
            <p:cNvCxnSpPr>
              <a:cxnSpLocks/>
              <a:stCxn id="26" idx="7"/>
              <a:endCxn id="25" idx="3"/>
            </p:cNvCxnSpPr>
            <p:nvPr/>
          </p:nvCxnSpPr>
          <p:spPr>
            <a:xfrm flipV="1">
              <a:off x="8456037" y="4223178"/>
              <a:ext cx="901723" cy="660657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38724882-3B34-E7CE-746E-81E5AC96778A}"/>
                </a:ext>
              </a:extLst>
            </p:cNvPr>
            <p:cNvCxnSpPr>
              <a:cxnSpLocks/>
              <a:stCxn id="11" idx="4"/>
              <a:endCxn id="24" idx="0"/>
            </p:cNvCxnSpPr>
            <p:nvPr/>
          </p:nvCxnSpPr>
          <p:spPr>
            <a:xfrm>
              <a:off x="8326492" y="3370223"/>
              <a:ext cx="4851" cy="551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3BA75BB5-4B4F-A91B-466B-9FCCF4A3BEE3}"/>
                </a:ext>
              </a:extLst>
            </p:cNvPr>
            <p:cNvCxnSpPr>
              <a:cxnSpLocks/>
              <a:stCxn id="13" idx="4"/>
              <a:endCxn id="25" idx="0"/>
            </p:cNvCxnSpPr>
            <p:nvPr/>
          </p:nvCxnSpPr>
          <p:spPr>
            <a:xfrm>
              <a:off x="9477604" y="3370223"/>
              <a:ext cx="4851" cy="551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图片 33">
            <a:extLst>
              <a:ext uri="{FF2B5EF4-FFF2-40B4-BE49-F238E27FC236}">
                <a16:creationId xmlns:a16="http://schemas.microsoft.com/office/drawing/2014/main" id="{834D681C-9977-8F33-F643-3546FA02406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96944" y="2454423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E849D82-ED1D-A816-E44F-836AB8612411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964448" y="4330335"/>
                <a:ext cx="4739608" cy="139499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𝑃𝑇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∷=</m:t>
                    </m:r>
                    <m:acc>
                      <m:accPr>
                        <m:chr m:val="̅"/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𝑉𝐹</m:t>
                        </m:r>
                      </m:e>
                    </m:acc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acc>
                      <m:accPr>
                        <m:chr m:val="̅"/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𝐴𝑑𝑑𝑟</m:t>
                        </m:r>
                      </m:e>
                    </m:acc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∷=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𝐶𝑜𝑝</m:t>
                          </m:r>
                          <m:sSup>
                            <m:s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𝑆𝑡𝑜𝑟𝑒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𝑉𝐴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𝐿𝑜𝑎𝑑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en-US" altLang="zh-CN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ts val="2600"/>
                  </a:lnSpc>
                </a:pPr>
                <a:r>
                  <a:rPr lang="en-US" altLang="zh-CN" sz="1600" b="0" dirty="0">
                    <a:cs typeface="Calibri" panose="020F0502020204030204" pitchFamily="34" charset="0"/>
                  </a:rPr>
                  <a:t>      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𝑆𝑡𝑜𝑟𝑒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𝑉𝐴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𝑃𝑇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acc>
                      <m:accPr>
                        <m:chr m:val="̅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𝑃𝑇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𝐿𝑜𝑎𝑑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∷= </m:t>
                    </m:r>
                    <m:acc>
                      <m:accPr>
                        <m:chr m:val="̅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𝐿𝑜𝑎𝑑</m:t>
                        </m:r>
                      </m:e>
                    </m:acc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acc>
                          <m:accPr>
                            <m:chr m:val="̅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𝑉𝐹</m:t>
                            </m:r>
                          </m:e>
                        </m:acc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𝑉𝐴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|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E849D82-ED1D-A816-E44F-836AB8612411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448" y="4330335"/>
                <a:ext cx="4739608" cy="1394997"/>
              </a:xfrm>
              <a:prstGeom prst="rect">
                <a:avLst/>
              </a:prstGeom>
              <a:blipFill>
                <a:blip r:embed="rId14"/>
                <a:stretch>
                  <a:fillRect b="-174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2ECC395-5CE6-2C77-9367-D9D7888C403D}"/>
              </a:ext>
            </a:extLst>
          </p:cNvPr>
          <p:cNvSpPr/>
          <p:nvPr/>
        </p:nvSpPr>
        <p:spPr>
          <a:xfrm>
            <a:off x="9736324" y="5381964"/>
            <a:ext cx="748796" cy="31724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AA23284-6235-DA7A-B94B-81212D9919A3}"/>
              </a:ext>
            </a:extLst>
          </p:cNvPr>
          <p:cNvSpPr/>
          <p:nvPr/>
        </p:nvSpPr>
        <p:spPr>
          <a:xfrm>
            <a:off x="11355785" y="5375540"/>
            <a:ext cx="327106" cy="31724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542CBBE-0965-0D5A-B9AB-34C89D3871F5}"/>
              </a:ext>
            </a:extLst>
          </p:cNvPr>
          <p:cNvSpPr/>
          <p:nvPr/>
        </p:nvSpPr>
        <p:spPr>
          <a:xfrm>
            <a:off x="9023705" y="4727089"/>
            <a:ext cx="630243" cy="31724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789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50163-515E-5532-94C6-350060429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5405C83-65C7-8FBD-8918-44CCD61A8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36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43FA09F2-C417-F49B-F51E-6B565B1F8A9F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示例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4DD48B65-9803-9D86-4785-350AF18F2DBF}"/>
              </a:ext>
            </a:extLst>
          </p:cNvPr>
          <p:cNvGrpSpPr/>
          <p:nvPr/>
        </p:nvGrpSpPr>
        <p:grpSpPr>
          <a:xfrm>
            <a:off x="9909089" y="772760"/>
            <a:ext cx="1794967" cy="961696"/>
            <a:chOff x="6235337" y="4223178"/>
            <a:chExt cx="1794967" cy="961696"/>
          </a:xfrm>
        </p:grpSpPr>
        <p:sp>
          <p:nvSpPr>
            <p:cNvPr id="35" name="思想气泡: 云 34">
              <a:extLst>
                <a:ext uri="{FF2B5EF4-FFF2-40B4-BE49-F238E27FC236}">
                  <a16:creationId xmlns:a16="http://schemas.microsoft.com/office/drawing/2014/main" id="{2F873F3B-61A9-2D03-02BB-9744A62F963B}"/>
                </a:ext>
              </a:extLst>
            </p:cNvPr>
            <p:cNvSpPr/>
            <p:nvPr/>
          </p:nvSpPr>
          <p:spPr>
            <a:xfrm>
              <a:off x="6235337" y="4223178"/>
              <a:ext cx="1794967" cy="961696"/>
            </a:xfrm>
            <a:prstGeom prst="cloudCallout">
              <a:avLst>
                <a:gd name="adj1" fmla="val -48488"/>
                <a:gd name="adj2" fmla="val 60689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3AD61404-FBEC-8CA8-C35E-A84D353CCE86}"/>
                    </a:ext>
                  </a:extLst>
                </p:cNvPr>
                <p:cNvSpPr txBox="1"/>
                <p:nvPr/>
              </p:nvSpPr>
              <p:spPr>
                <a:xfrm>
                  <a:off x="6286891" y="4486553"/>
                  <a:ext cx="172738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400"/>
                    </a:lnSpc>
                    <a:spcBef>
                      <a:spcPts val="6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𝒐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𝟒</m:t>
                            </m:r>
                          </m:sub>
                        </m:sSub>
                        <m:groupChr>
                          <m:groupChrPr>
                            <m:chr m:val="→"/>
                            <m:vertJc m:val="bot"/>
                            <m:ctrl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𝑷</m:t>
                            </m:r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𝑻</m:t>
                            </m:r>
                          </m:e>
                        </m:groupChr>
                        <m:r>
                          <a:rPr lang="en-US" altLang="zh-CN" sz="2000" b="1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𝒐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0026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000" b="1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2000" b="1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3AD61404-FBEC-8CA8-C35E-A84D353CCE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891" y="4486553"/>
                  <a:ext cx="1727382" cy="400110"/>
                </a:xfrm>
                <a:prstGeom prst="rect">
                  <a:avLst/>
                </a:prstGeom>
                <a:blipFill>
                  <a:blip r:embed="rId3"/>
                  <a:stretch>
                    <a:fillRect t="-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8C4F372-C1BE-A53F-A0D8-53BC11A08CB4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94866" y="1191382"/>
                <a:ext cx="5009247" cy="4319452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b="0" dirty="0">
                    <a:solidFill>
                      <a:schemeClr val="tx1"/>
                    </a:solidFill>
                    <a:latin typeface="+mn-ea"/>
                    <a:cs typeface="Calibri" panose="020F0502020204030204" pitchFamily="34" charset="0"/>
                  </a:rPr>
                  <a:t>已知：</a:t>
                </a:r>
                <a:endParaRPr lang="en-US" altLang="zh-CN" b="0" dirty="0">
                  <a:solidFill>
                    <a:schemeClr val="tx1"/>
                  </a:solidFill>
                  <a:latin typeface="+mn-ea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𝑑𝑑𝑟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𝑆𝑡𝑜𝑟𝑒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𝐶𝑜𝑝𝑦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𝐿𝑜𝑎𝑑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𝑆𝑡𝑜𝑟𝑒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bar>
                          <m:barPr>
                            <m:pos m:val="top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𝐶𝑜𝑝𝑦</m:t>
                            </m:r>
                          </m:e>
                        </m:ba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bar>
                          <m:barPr>
                            <m:pos m:val="top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𝐴𝑑𝑑𝑟</m:t>
                            </m:r>
                          </m:e>
                        </m:bar>
                      </m:e>
                    </m:groupCh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CN" b="0" dirty="0">
                  <a:solidFill>
                    <a:schemeClr val="tx1"/>
                  </a:solidFill>
                  <a:latin typeface="+mn-ea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𝑃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</m:groupCh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⇔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𝑑𝑑𝑟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𝑉𝐹</m:t>
                        </m:r>
                      </m:e>
                    </m:groupCh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解：</a:t>
                </a:r>
                <a:endParaRPr lang="en-US" altLang="zh-CN" b="0" dirty="0">
                  <a:solidFill>
                    <a:schemeClr val="tx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</m:oMath>
                </a14:m>
                <a:r>
                  <a:rPr lang="en-US" altLang="zh-CN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Cambria Math" panose="02040503050406030204" pitchFamily="18" charset="0"/>
                  <a:buChar char="⇒"/>
                </a:pP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</m:oMath>
                </a14:m>
                <a:endParaRPr lang="en-US" altLang="zh-CN" sz="16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Cambria Math" panose="02040503050406030204" pitchFamily="18" charset="0"/>
                  <a:buChar char="⇒"/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</m:oMath>
                </a14:m>
                <a:endParaRPr lang="en-US" altLang="zh-CN" sz="1600" b="0" i="1" dirty="0"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Cambria Math" panose="02040503050406030204" pitchFamily="18" charset="0"/>
                  <a:buChar char="⇒"/>
                </a:pP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𝑜𝑝𝑦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</m:oMath>
                </a14:m>
                <a:endParaRPr lang="en-US" altLang="zh-CN" sz="1600" b="0" i="1" dirty="0"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Cambria Math" panose="02040503050406030204" pitchFamily="18" charset="0"/>
                  <a:buChar char="⇒"/>
                </a:pP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𝐶𝑜𝑝𝑦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𝑃𝑇</m:t>
                    </m:r>
                  </m:oMath>
                </a14:m>
                <a:endParaRPr lang="en-US" altLang="zh-CN" sz="16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Cambria Math" panose="02040503050406030204" pitchFamily="18" charset="0"/>
                  <a:buChar char="⇒"/>
                </a:pP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𝐶𝑜𝑝𝑦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bar>
                      <m:barPr>
                        <m:pos m:val="top"/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𝐶𝑜𝑝𝑦</m:t>
                        </m:r>
                      </m:e>
                    </m:ba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𝑃𝑇</m:t>
                    </m:r>
                  </m:oMath>
                </a14:m>
                <a:endParaRPr lang="en-US" altLang="zh-CN" sz="1600" i="1" dirty="0"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Cambria Math" panose="02040503050406030204" pitchFamily="18" charset="0"/>
                  <a:buChar char="⇒"/>
                </a:pP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𝐶𝑜𝑝𝑦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bar>
                      <m:barPr>
                        <m:pos m:val="top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𝐶𝑜𝑝𝑦</m:t>
                        </m:r>
                      </m:e>
                    </m:ba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𝐴𝑑𝑑𝑟</m:t>
                        </m:r>
                      </m:e>
                    </m:bar>
                  </m:oMath>
                </a14:m>
                <a:endParaRPr lang="en-US" altLang="zh-CN" sz="1600" i="1" dirty="0"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8C4F372-C1BE-A53F-A0D8-53BC11A08CB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66" y="1191382"/>
                <a:ext cx="5009247" cy="4319452"/>
              </a:xfrm>
              <a:prstGeom prst="rect">
                <a:avLst/>
              </a:prstGeom>
              <a:blipFill>
                <a:blip r:embed="rId4"/>
                <a:stretch>
                  <a:fillRect l="-852" b="-564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33BDAB04-1B6D-2AFE-EAAB-A38A6E3E27A7}"/>
              </a:ext>
            </a:extLst>
          </p:cNvPr>
          <p:cNvGrpSpPr/>
          <p:nvPr/>
        </p:nvGrpSpPr>
        <p:grpSpPr>
          <a:xfrm>
            <a:off x="7520456" y="1044818"/>
            <a:ext cx="3115871" cy="3077386"/>
            <a:chOff x="7344112" y="2107488"/>
            <a:chExt cx="3115871" cy="30773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13C7010D-106E-DD7C-C7FB-FA1D9C5E4085}"/>
                    </a:ext>
                  </a:extLst>
                </p:cNvPr>
                <p:cNvSpPr/>
                <p:nvPr/>
              </p:nvSpPr>
              <p:spPr>
                <a:xfrm>
                  <a:off x="7344112" y="2107488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13C7010D-106E-DD7C-C7FB-FA1D9C5E40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4112" y="2107488"/>
                  <a:ext cx="352689" cy="352689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0283F49E-8C77-74E2-C98C-A39B03742773}"/>
                    </a:ext>
                  </a:extLst>
                </p:cNvPr>
                <p:cNvSpPr/>
                <p:nvPr/>
              </p:nvSpPr>
              <p:spPr>
                <a:xfrm>
                  <a:off x="8150147" y="2107488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0283F49E-8C77-74E2-C98C-A39B037427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0147" y="2107488"/>
                  <a:ext cx="352689" cy="352689"/>
                </a:xfrm>
                <a:prstGeom prst="ellipse">
                  <a:avLst/>
                </a:prstGeom>
                <a:blipFill>
                  <a:blip r:embed="rId6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36B8AB29-D29A-AC03-0F63-7F8A10699D94}"/>
                    </a:ext>
                  </a:extLst>
                </p:cNvPr>
                <p:cNvSpPr/>
                <p:nvPr/>
              </p:nvSpPr>
              <p:spPr>
                <a:xfrm>
                  <a:off x="8150147" y="3017534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𝒂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36B8AB29-D29A-AC03-0F63-7F8A10699D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0147" y="3017534"/>
                  <a:ext cx="352689" cy="352689"/>
                </a:xfrm>
                <a:prstGeom prst="ellipse">
                  <a:avLst/>
                </a:prstGeom>
                <a:blipFill>
                  <a:blip r:embed="rId7"/>
                  <a:stretch>
                    <a:fillRect l="-13333" r="-116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C4087443-82CC-A6E6-B3F0-F1A92B6314AA}"/>
                    </a:ext>
                  </a:extLst>
                </p:cNvPr>
                <p:cNvSpPr/>
                <p:nvPr/>
              </p:nvSpPr>
              <p:spPr>
                <a:xfrm>
                  <a:off x="9301259" y="3017534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𝒃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C4087443-82CC-A6E6-B3F0-F1A92B6314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1259" y="3017534"/>
                  <a:ext cx="352689" cy="352689"/>
                </a:xfrm>
                <a:prstGeom prst="ellipse">
                  <a:avLst/>
                </a:prstGeom>
                <a:blipFill>
                  <a:blip r:embed="rId8"/>
                  <a:stretch>
                    <a:fillRect l="-15000" r="-116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16B76AE0-2487-90ED-FAC3-2443608BB1D4}"/>
                    </a:ext>
                  </a:extLst>
                </p:cNvPr>
                <p:cNvSpPr/>
                <p:nvPr/>
              </p:nvSpPr>
              <p:spPr>
                <a:xfrm>
                  <a:off x="10107294" y="3017534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𝟒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16B76AE0-2487-90ED-FAC3-2443608BB1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7294" y="3017534"/>
                  <a:ext cx="352689" cy="352689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58D83BF9-AD3D-2459-4E25-C589C3E40340}"/>
                </a:ext>
              </a:extLst>
            </p:cNvPr>
            <p:cNvCxnSpPr>
              <a:cxnSpLocks/>
              <a:stCxn id="9" idx="4"/>
              <a:endCxn id="11" idx="0"/>
            </p:cNvCxnSpPr>
            <p:nvPr/>
          </p:nvCxnSpPr>
          <p:spPr>
            <a:xfrm>
              <a:off x="8326492" y="2460177"/>
              <a:ext cx="0" cy="557357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5E5FCD35-4B35-9B8F-9F76-0C686FC1B4E5}"/>
                </a:ext>
              </a:extLst>
            </p:cNvPr>
            <p:cNvCxnSpPr>
              <a:cxnSpLocks/>
              <a:stCxn id="7" idx="6"/>
              <a:endCxn id="9" idx="2"/>
            </p:cNvCxnSpPr>
            <p:nvPr/>
          </p:nvCxnSpPr>
          <p:spPr>
            <a:xfrm>
              <a:off x="7696801" y="2283833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36D270EE-6C9E-A300-226B-6FE911C0AC63}"/>
                </a:ext>
              </a:extLst>
            </p:cNvPr>
            <p:cNvCxnSpPr>
              <a:cxnSpLocks/>
              <a:stCxn id="14" idx="2"/>
              <a:endCxn id="13" idx="6"/>
            </p:cNvCxnSpPr>
            <p:nvPr/>
          </p:nvCxnSpPr>
          <p:spPr>
            <a:xfrm flipH="1">
              <a:off x="9653948" y="3193879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DDDD2B02-D31F-5DCA-467E-154E057D0817}"/>
                    </a:ext>
                  </a:extLst>
                </p:cNvPr>
                <p:cNvSpPr/>
                <p:nvPr/>
              </p:nvSpPr>
              <p:spPr>
                <a:xfrm>
                  <a:off x="8154998" y="3922139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𝒑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DDDD2B02-D31F-5DCA-467E-154E057D08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4998" y="3922139"/>
                  <a:ext cx="352689" cy="352689"/>
                </a:xfrm>
                <a:prstGeom prst="ellipse">
                  <a:avLst/>
                </a:prstGeom>
                <a:blipFill>
                  <a:blip r:embed="rId10"/>
                  <a:stretch>
                    <a:fillRect l="-18333" r="-13333" b="-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F7E51C59-1EB7-A81D-1916-379CD50A427B}"/>
                    </a:ext>
                  </a:extLst>
                </p:cNvPr>
                <p:cNvSpPr/>
                <p:nvPr/>
              </p:nvSpPr>
              <p:spPr>
                <a:xfrm>
                  <a:off x="9306110" y="3922139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𝒒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F7E51C59-1EB7-A81D-1916-379CD50A42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6110" y="3922139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16949" r="-16949" b="-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9A9ED18B-9BA1-D261-626B-D1AB639E8B33}"/>
                    </a:ext>
                  </a:extLst>
                </p:cNvPr>
                <p:cNvSpPr/>
                <p:nvPr/>
              </p:nvSpPr>
              <p:spPr>
                <a:xfrm>
                  <a:off x="8154998" y="4832185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𝟎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9A9ED18B-9BA1-D261-626B-D1AB639E8B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4998" y="4832185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 l="-13333" r="-10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75B9B1BF-2398-717C-56F0-247434C51BE9}"/>
                </a:ext>
              </a:extLst>
            </p:cNvPr>
            <p:cNvCxnSpPr>
              <a:cxnSpLocks/>
              <a:stCxn id="24" idx="4"/>
              <a:endCxn id="26" idx="0"/>
            </p:cNvCxnSpPr>
            <p:nvPr/>
          </p:nvCxnSpPr>
          <p:spPr>
            <a:xfrm>
              <a:off x="8331343" y="4274828"/>
              <a:ext cx="0" cy="55735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405100C4-BC53-9A91-2CEC-729E095F7024}"/>
                </a:ext>
              </a:extLst>
            </p:cNvPr>
            <p:cNvCxnSpPr>
              <a:cxnSpLocks/>
              <a:stCxn id="26" idx="7"/>
              <a:endCxn id="25" idx="3"/>
            </p:cNvCxnSpPr>
            <p:nvPr/>
          </p:nvCxnSpPr>
          <p:spPr>
            <a:xfrm flipV="1">
              <a:off x="8456037" y="4223178"/>
              <a:ext cx="901723" cy="660657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7C915D1B-31FA-2E86-0EE9-6F5C4B81FF92}"/>
                </a:ext>
              </a:extLst>
            </p:cNvPr>
            <p:cNvCxnSpPr>
              <a:cxnSpLocks/>
              <a:stCxn id="11" idx="4"/>
              <a:endCxn id="24" idx="0"/>
            </p:cNvCxnSpPr>
            <p:nvPr/>
          </p:nvCxnSpPr>
          <p:spPr>
            <a:xfrm>
              <a:off x="8326492" y="3370223"/>
              <a:ext cx="4851" cy="551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5A1BFCF3-FA99-83B9-E164-244B9D751C55}"/>
                </a:ext>
              </a:extLst>
            </p:cNvPr>
            <p:cNvCxnSpPr>
              <a:cxnSpLocks/>
              <a:stCxn id="13" idx="4"/>
              <a:endCxn id="25" idx="0"/>
            </p:cNvCxnSpPr>
            <p:nvPr/>
          </p:nvCxnSpPr>
          <p:spPr>
            <a:xfrm>
              <a:off x="9477604" y="3370223"/>
              <a:ext cx="4851" cy="551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图片 33">
            <a:extLst>
              <a:ext uri="{FF2B5EF4-FFF2-40B4-BE49-F238E27FC236}">
                <a16:creationId xmlns:a16="http://schemas.microsoft.com/office/drawing/2014/main" id="{4DD30A99-5126-0FCA-3F11-C77766CD20A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96944" y="2454423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152BC5A-6FC2-56F9-516C-D9122CF449F0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964448" y="4330335"/>
                <a:ext cx="4739608" cy="139499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𝑃𝑇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∷=</m:t>
                    </m:r>
                    <m:acc>
                      <m:accPr>
                        <m:chr m:val="̅"/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𝑉𝐹</m:t>
                        </m:r>
                      </m:e>
                    </m:acc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acc>
                      <m:accPr>
                        <m:chr m:val="̅"/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𝐴𝑑𝑑𝑟</m:t>
                        </m:r>
                      </m:e>
                    </m:acc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∷=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𝑉𝐹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𝐶𝑜𝑝</m:t>
                          </m:r>
                          <m:sSup>
                            <m:s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𝑆𝑡𝑜𝑟𝑒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𝑉𝐴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𝐿𝑜𝑎𝑑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en-US" altLang="zh-CN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ts val="2600"/>
                  </a:lnSpc>
                </a:pPr>
                <a:r>
                  <a:rPr lang="en-US" altLang="zh-CN" sz="1600" b="0" dirty="0">
                    <a:cs typeface="Calibri" panose="020F0502020204030204" pitchFamily="34" charset="0"/>
                  </a:rPr>
                  <a:t>      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𝑆𝑡𝑜𝑟𝑒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𝑉𝐴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𝑃𝑇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acc>
                      <m:accPr>
                        <m:chr m:val="̅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𝑃𝑇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𝐿𝑜𝑎𝑑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∷= </m:t>
                    </m:r>
                    <m:acc>
                      <m:accPr>
                        <m:chr m:val="̅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𝐿𝑜𝑎𝑑</m:t>
                        </m:r>
                      </m:e>
                    </m:acc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acc>
                          <m:accPr>
                            <m:chr m:val="̅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𝑉𝐹</m:t>
                            </m:r>
                          </m:e>
                        </m:acc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𝑉𝐴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|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152BC5A-6FC2-56F9-516C-D9122CF449F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448" y="4330335"/>
                <a:ext cx="4739608" cy="1394997"/>
              </a:xfrm>
              <a:prstGeom prst="rect">
                <a:avLst/>
              </a:prstGeom>
              <a:blipFill>
                <a:blip r:embed="rId14"/>
                <a:stretch>
                  <a:fillRect b="-174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714F1B0-8889-3190-B571-13C63B5DBADC}"/>
              </a:ext>
            </a:extLst>
          </p:cNvPr>
          <p:cNvSpPr/>
          <p:nvPr/>
        </p:nvSpPr>
        <p:spPr>
          <a:xfrm>
            <a:off x="8154564" y="4373188"/>
            <a:ext cx="919768" cy="31724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1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B9777-7143-A8A4-E0C0-F4EEA6527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C5437D2-C11C-C993-8A38-EAAEC2A13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37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C84710CC-5844-2071-1B91-9DB1C602434E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en-US" altLang="zh-CN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CFL-Reachability</a:t>
            </a:r>
            <a:r>
              <a:rPr lang="zh-CN" altLang="en-US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算法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DA67535-142F-5127-F1D0-8AA3803433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700"/>
          <a:stretch>
            <a:fillRect/>
          </a:stretch>
        </p:blipFill>
        <p:spPr>
          <a:xfrm>
            <a:off x="5860315" y="993370"/>
            <a:ext cx="5796449" cy="442647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DABD57A-640E-99E0-56B3-ED875E86D628}"/>
              </a:ext>
            </a:extLst>
          </p:cNvPr>
          <p:cNvSpPr txBox="1"/>
          <p:nvPr/>
        </p:nvSpPr>
        <p:spPr>
          <a:xfrm>
            <a:off x="511659" y="949231"/>
            <a:ext cx="4699518" cy="4654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基于工作表的动态规划算法：</a:t>
            </a:r>
            <a:endParaRPr lang="en-US" altLang="zh-CN" sz="16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26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接收一个有向图和一个</a:t>
            </a:r>
            <a:r>
              <a:rPr lang="zh-CN" altLang="en-US" sz="16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正则化</a:t>
            </a: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的语法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26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利用一个</a:t>
            </a:r>
            <a:r>
              <a:rPr lang="zh-CN" altLang="en-US" sz="16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工作表（</a:t>
            </a:r>
            <a:r>
              <a:rPr lang="en-US" altLang="zh-CN" sz="16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worklist</a:t>
            </a:r>
            <a:r>
              <a:rPr lang="zh-CN" altLang="en-US" sz="16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来存放未处理的边，并逐一处理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26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将探测到的可达性关系以</a:t>
            </a:r>
            <a:r>
              <a:rPr lang="zh-CN" altLang="en-US" sz="16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边</a:t>
            </a: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的形式记录到图和工作表中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26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根据语法，通过</a:t>
            </a:r>
            <a:r>
              <a:rPr lang="zh-CN" altLang="en-US" sz="16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一条</a:t>
            </a: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或</a:t>
            </a:r>
            <a:r>
              <a:rPr lang="zh-CN" altLang="en-US" sz="16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两条</a:t>
            </a: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已知的可达性关系探测出未知的可达性关系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26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当</a:t>
            </a:r>
            <a:r>
              <a:rPr lang="zh-CN" altLang="en-US" sz="16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工作表为空</a:t>
            </a: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（即无法探测到新的可达性关系）时，算法停止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26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834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4BE14-F32E-C775-094F-F8B6E266D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5782492-44E7-1C6F-6D91-E2C4D5B53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38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C9821FFF-832F-4220-D35E-59AB29B77243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en-US" altLang="zh-CN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CFL-Reachability</a:t>
            </a:r>
            <a:r>
              <a:rPr lang="zh-CN" altLang="en-US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算法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5C1FCC-0D59-93DC-927A-9034EA913A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700"/>
          <a:stretch>
            <a:fillRect/>
          </a:stretch>
        </p:blipFill>
        <p:spPr>
          <a:xfrm>
            <a:off x="5860315" y="993370"/>
            <a:ext cx="5796449" cy="4426473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1854D844-3A30-2CD6-2524-B41209597417}"/>
              </a:ext>
            </a:extLst>
          </p:cNvPr>
          <p:cNvSpPr/>
          <p:nvPr/>
        </p:nvSpPr>
        <p:spPr>
          <a:xfrm>
            <a:off x="1419493" y="2280250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A1A7A50-D4F4-285B-2DEA-BF6B44E7AF9D}"/>
              </a:ext>
            </a:extLst>
          </p:cNvPr>
          <p:cNvSpPr/>
          <p:nvPr/>
        </p:nvSpPr>
        <p:spPr>
          <a:xfrm>
            <a:off x="2153270" y="3048082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B3A3281-C29F-BBF6-6A3C-D730A79CDECB}"/>
              </a:ext>
            </a:extLst>
          </p:cNvPr>
          <p:cNvSpPr/>
          <p:nvPr/>
        </p:nvSpPr>
        <p:spPr>
          <a:xfrm>
            <a:off x="4028242" y="2280250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DDF314E-D3BC-C5DE-4554-EA6E8E76A5FD}"/>
              </a:ext>
            </a:extLst>
          </p:cNvPr>
          <p:cNvCxnSpPr>
            <a:cxnSpLocks/>
            <a:stCxn id="13" idx="7"/>
            <a:endCxn id="8" idx="3"/>
          </p:cNvCxnSpPr>
          <p:nvPr/>
        </p:nvCxnSpPr>
        <p:spPr>
          <a:xfrm flipV="1">
            <a:off x="3634718" y="2624913"/>
            <a:ext cx="452659" cy="478149"/>
          </a:xfrm>
          <a:prstGeom prst="straightConnector1">
            <a:avLst/>
          </a:prstGeom>
          <a:ln w="19050">
            <a:solidFill>
              <a:srgbClr val="002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14C16F8-3E21-500F-934F-8564B38042D9}"/>
              </a:ext>
            </a:extLst>
          </p:cNvPr>
          <p:cNvCxnSpPr>
            <a:cxnSpLocks/>
            <a:stCxn id="6" idx="5"/>
            <a:endCxn id="7" idx="1"/>
          </p:cNvCxnSpPr>
          <p:nvPr/>
        </p:nvCxnSpPr>
        <p:spPr>
          <a:xfrm>
            <a:off x="1764157" y="2624913"/>
            <a:ext cx="448248" cy="482303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C72FDC5A-7976-C72F-D04F-AB6900BA2A5D}"/>
              </a:ext>
            </a:extLst>
          </p:cNvPr>
          <p:cNvSpPr/>
          <p:nvPr/>
        </p:nvSpPr>
        <p:spPr>
          <a:xfrm>
            <a:off x="3290054" y="3043927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F27A081-D834-78F4-F8E7-391CA28BAC7D}"/>
              </a:ext>
            </a:extLst>
          </p:cNvPr>
          <p:cNvCxnSpPr>
            <a:cxnSpLocks/>
            <a:stCxn id="7" idx="6"/>
            <a:endCxn id="13" idx="2"/>
          </p:cNvCxnSpPr>
          <p:nvPr/>
        </p:nvCxnSpPr>
        <p:spPr>
          <a:xfrm flipV="1">
            <a:off x="2557068" y="3245827"/>
            <a:ext cx="732986" cy="415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B83FA16-D405-7436-C45B-0F38BD3706F9}"/>
                  </a:ext>
                </a:extLst>
              </p:cNvPr>
              <p:cNvSpPr txBox="1"/>
              <p:nvPr/>
            </p:nvSpPr>
            <p:spPr>
              <a:xfrm>
                <a:off x="726263" y="4214241"/>
                <a:ext cx="4699518" cy="425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𝑊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𝑎𝑙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𝑙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𝑠𝑠𝑖𝑔𝑛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B83FA16-D405-7436-C45B-0F38BD370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63" y="4214241"/>
                <a:ext cx="4699518" cy="425758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414B34B-9263-EEFD-FA25-98EAD8499D87}"/>
              </a:ext>
            </a:extLst>
          </p:cNvPr>
          <p:cNvSpPr/>
          <p:nvPr/>
        </p:nvSpPr>
        <p:spPr>
          <a:xfrm>
            <a:off x="5972064" y="1748441"/>
            <a:ext cx="829971" cy="27630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6967718-0425-A701-5387-DD50AAFB7D18}"/>
              </a:ext>
            </a:extLst>
          </p:cNvPr>
          <p:cNvSpPr txBox="1"/>
          <p:nvPr/>
        </p:nvSpPr>
        <p:spPr>
          <a:xfrm>
            <a:off x="1563743" y="2735640"/>
            <a:ext cx="849075" cy="307777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call1</a:t>
            </a:r>
            <a:endParaRPr lang="zh-CN" altLang="en-US" sz="14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9C65AAC-59A8-22F8-7237-3A0666621021}"/>
              </a:ext>
            </a:extLst>
          </p:cNvPr>
          <p:cNvSpPr txBox="1"/>
          <p:nvPr/>
        </p:nvSpPr>
        <p:spPr>
          <a:xfrm>
            <a:off x="3646918" y="2746764"/>
            <a:ext cx="683088" cy="307777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26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ret1</a:t>
            </a:r>
            <a:endParaRPr lang="zh-CN" altLang="en-US" sz="1400" dirty="0">
              <a:solidFill>
                <a:srgbClr val="0026FF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3A1F4A58-B5A1-67DB-D0E2-7158A07A57FE}"/>
                  </a:ext>
                </a:extLst>
              </p:cNvPr>
              <p:cNvSpPr txBox="1"/>
              <p:nvPr/>
            </p:nvSpPr>
            <p:spPr>
              <a:xfrm>
                <a:off x="890798" y="955709"/>
                <a:ext cx="4699518" cy="7360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𝑟𝑒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𝑎𝑠𝑠𝑖𝑔𝑛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|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𝑐𝑎𝑙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3A1F4A58-B5A1-67DB-D0E2-7158A07A5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798" y="955709"/>
                <a:ext cx="4699518" cy="7360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6210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72F7-6DEE-FC65-9F11-2FF6D609C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061A564-7607-7A88-2CC4-265CB8CE7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39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69ECA0EE-C51D-8BE9-3BB7-274F8D39EEFA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en-US" altLang="zh-CN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CFL-Reachability</a:t>
            </a:r>
            <a:r>
              <a:rPr lang="zh-CN" altLang="en-US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算法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B3FB308-51E8-E37B-BCC2-F59192D94BF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r="22700"/>
          <a:stretch>
            <a:fillRect/>
          </a:stretch>
        </p:blipFill>
        <p:spPr>
          <a:xfrm>
            <a:off x="5860315" y="993370"/>
            <a:ext cx="5796449" cy="4426473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DC236584-0376-82B1-22DC-2C358C6C8649}"/>
              </a:ext>
            </a:extLst>
          </p:cNvPr>
          <p:cNvSpPr/>
          <p:nvPr/>
        </p:nvSpPr>
        <p:spPr>
          <a:xfrm>
            <a:off x="1419493" y="2280250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6E573B9-B8EB-A052-4FB6-D5E1ADCD28D4}"/>
              </a:ext>
            </a:extLst>
          </p:cNvPr>
          <p:cNvSpPr/>
          <p:nvPr/>
        </p:nvSpPr>
        <p:spPr>
          <a:xfrm>
            <a:off x="2153270" y="3048082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5117075-7FCE-35A9-BF38-9F10BD97F815}"/>
              </a:ext>
            </a:extLst>
          </p:cNvPr>
          <p:cNvSpPr/>
          <p:nvPr/>
        </p:nvSpPr>
        <p:spPr>
          <a:xfrm>
            <a:off x="4028242" y="2280250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949ACEA-3583-E194-A6A2-99B063B52456}"/>
              </a:ext>
            </a:extLst>
          </p:cNvPr>
          <p:cNvCxnSpPr>
            <a:cxnSpLocks/>
            <a:stCxn id="13" idx="7"/>
            <a:endCxn id="8" idx="3"/>
          </p:cNvCxnSpPr>
          <p:nvPr/>
        </p:nvCxnSpPr>
        <p:spPr>
          <a:xfrm flipV="1">
            <a:off x="3634718" y="2624913"/>
            <a:ext cx="452659" cy="478149"/>
          </a:xfrm>
          <a:prstGeom prst="straightConnector1">
            <a:avLst/>
          </a:prstGeom>
          <a:ln w="19050">
            <a:solidFill>
              <a:srgbClr val="002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1AF1FA8-C255-680F-B24B-8453EDC58FFE}"/>
              </a:ext>
            </a:extLst>
          </p:cNvPr>
          <p:cNvCxnSpPr>
            <a:cxnSpLocks/>
            <a:stCxn id="6" idx="5"/>
            <a:endCxn id="7" idx="1"/>
          </p:cNvCxnSpPr>
          <p:nvPr/>
        </p:nvCxnSpPr>
        <p:spPr>
          <a:xfrm>
            <a:off x="1764157" y="2624913"/>
            <a:ext cx="448248" cy="482303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4D40C7BA-952D-1FA8-2B56-1065A875E6A9}"/>
              </a:ext>
            </a:extLst>
          </p:cNvPr>
          <p:cNvSpPr/>
          <p:nvPr/>
        </p:nvSpPr>
        <p:spPr>
          <a:xfrm>
            <a:off x="3290054" y="3043927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46C6452-0D5F-D786-26F4-0981D0F101E0}"/>
              </a:ext>
            </a:extLst>
          </p:cNvPr>
          <p:cNvCxnSpPr>
            <a:cxnSpLocks/>
            <a:stCxn id="7" idx="6"/>
            <a:endCxn id="13" idx="2"/>
          </p:cNvCxnSpPr>
          <p:nvPr/>
        </p:nvCxnSpPr>
        <p:spPr>
          <a:xfrm flipV="1">
            <a:off x="2557068" y="3245827"/>
            <a:ext cx="732986" cy="415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7A9AD37-E0E1-457F-42DF-5F40ED0F6211}"/>
                  </a:ext>
                </a:extLst>
              </p:cNvPr>
              <p:cNvSpPr txBox="1"/>
              <p:nvPr/>
            </p:nvSpPr>
            <p:spPr>
              <a:xfrm>
                <a:off x="726262" y="4214241"/>
                <a:ext cx="5581231" cy="42575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𝑊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𝑎𝑙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𝑙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𝑠𝑠𝑖𝑔𝑛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7A9AD37-E0E1-457F-42DF-5F40ED0F6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62" y="4214241"/>
                <a:ext cx="5581231" cy="425758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285BFA7-E82E-A197-88CD-515324A5B4B3}"/>
              </a:ext>
            </a:extLst>
          </p:cNvPr>
          <p:cNvSpPr/>
          <p:nvPr/>
        </p:nvSpPr>
        <p:spPr>
          <a:xfrm>
            <a:off x="5944071" y="1996751"/>
            <a:ext cx="3526499" cy="513184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E1667B6-6B97-6403-195E-98D626B60D43}"/>
                  </a:ext>
                </a:extLst>
              </p:cNvPr>
              <p:cNvSpPr txBox="1"/>
              <p:nvPr/>
            </p:nvSpPr>
            <p:spPr>
              <a:xfrm>
                <a:off x="890798" y="955709"/>
                <a:ext cx="4699518" cy="7360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𝑟𝑒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𝑎𝑠𝑠𝑖𝑔𝑛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|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𝑐𝑎𝑙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E1667B6-6B97-6403-195E-98D626B60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798" y="955709"/>
                <a:ext cx="4699518" cy="7360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B329F3A2-AF66-B62B-C05D-34FF4B111E4F}"/>
              </a:ext>
            </a:extLst>
          </p:cNvPr>
          <p:cNvSpPr txBox="1"/>
          <p:nvPr/>
        </p:nvSpPr>
        <p:spPr>
          <a:xfrm>
            <a:off x="1563743" y="2735640"/>
            <a:ext cx="849075" cy="307777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call1</a:t>
            </a:r>
            <a:endParaRPr lang="zh-CN" altLang="en-US" sz="14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F5A83FB-8713-F06B-8D12-4BFE7230346E}"/>
              </a:ext>
            </a:extLst>
          </p:cNvPr>
          <p:cNvSpPr txBox="1"/>
          <p:nvPr/>
        </p:nvSpPr>
        <p:spPr>
          <a:xfrm>
            <a:off x="3646918" y="2746764"/>
            <a:ext cx="683088" cy="307777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26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ret1</a:t>
            </a:r>
            <a:endParaRPr lang="zh-CN" altLang="en-US" sz="1400" dirty="0">
              <a:solidFill>
                <a:srgbClr val="0026FF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176F042E-5F21-6A73-98C2-E6D4513F3524}"/>
              </a:ext>
            </a:extLst>
          </p:cNvPr>
          <p:cNvCxnSpPr>
            <a:cxnSpLocks/>
            <a:stCxn id="7" idx="3"/>
            <a:endCxn id="7" idx="4"/>
          </p:cNvCxnSpPr>
          <p:nvPr/>
        </p:nvCxnSpPr>
        <p:spPr>
          <a:xfrm rot="16200000" flipH="1">
            <a:off x="2254220" y="3350930"/>
            <a:ext cx="59135" cy="142764"/>
          </a:xfrm>
          <a:prstGeom prst="curvedConnector3">
            <a:avLst>
              <a:gd name="adj1" fmla="val 533911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CB1D9CA5-2644-094E-992A-12F6076910BB}"/>
              </a:ext>
            </a:extLst>
          </p:cNvPr>
          <p:cNvCxnSpPr>
            <a:cxnSpLocks/>
            <a:stCxn id="13" idx="4"/>
            <a:endCxn id="13" idx="5"/>
          </p:cNvCxnSpPr>
          <p:nvPr/>
        </p:nvCxnSpPr>
        <p:spPr>
          <a:xfrm rot="5400000" flipH="1" flipV="1">
            <a:off x="3533767" y="3346776"/>
            <a:ext cx="59135" cy="142764"/>
          </a:xfrm>
          <a:prstGeom prst="curvedConnector3">
            <a:avLst>
              <a:gd name="adj1" fmla="val -3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FDB77254-CFB3-B4EE-9DE6-C42E4654546D}"/>
              </a:ext>
            </a:extLst>
          </p:cNvPr>
          <p:cNvCxnSpPr>
            <a:cxnSpLocks/>
            <a:stCxn id="6" idx="1"/>
            <a:endCxn id="6" idx="2"/>
          </p:cNvCxnSpPr>
          <p:nvPr/>
        </p:nvCxnSpPr>
        <p:spPr>
          <a:xfrm rot="16200000" flipH="1" flipV="1">
            <a:off x="1377679" y="2381199"/>
            <a:ext cx="142764" cy="59135"/>
          </a:xfrm>
          <a:prstGeom prst="curvedConnector4">
            <a:avLst>
              <a:gd name="adj1" fmla="val -142724"/>
              <a:gd name="adj2" fmla="val 4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E60273DF-6914-C12A-AEDF-7B1EDD53F163}"/>
              </a:ext>
            </a:extLst>
          </p:cNvPr>
          <p:cNvCxnSpPr>
            <a:cxnSpLocks/>
            <a:stCxn id="8" idx="7"/>
            <a:endCxn id="8" idx="6"/>
          </p:cNvCxnSpPr>
          <p:nvPr/>
        </p:nvCxnSpPr>
        <p:spPr>
          <a:xfrm rot="16200000" flipH="1">
            <a:off x="4331090" y="2381200"/>
            <a:ext cx="142764" cy="59135"/>
          </a:xfrm>
          <a:prstGeom prst="curvedConnector4">
            <a:avLst>
              <a:gd name="adj1" fmla="val -149260"/>
              <a:gd name="adj2" fmla="val 4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C1672D4-0F77-8B3B-7F63-E848C568489E}"/>
                  </a:ext>
                </a:extLst>
              </p:cNvPr>
              <p:cNvSpPr txBox="1"/>
              <p:nvPr/>
            </p:nvSpPr>
            <p:spPr>
              <a:xfrm>
                <a:off x="2081888" y="368791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C1672D4-0F77-8B3B-7F63-E848C5684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888" y="3687913"/>
                <a:ext cx="403798" cy="307777"/>
              </a:xfrm>
              <a:prstGeom prst="rect">
                <a:avLst/>
              </a:prstGeom>
              <a:blipFill>
                <a:blip r:embed="rId6"/>
                <a:stretch>
                  <a:fillRect l="-7576" t="-4000" r="-16667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0DD2718-441D-FC27-5AFC-0BBF7EC2749D}"/>
                  </a:ext>
                </a:extLst>
              </p:cNvPr>
              <p:cNvSpPr txBox="1"/>
              <p:nvPr/>
            </p:nvSpPr>
            <p:spPr>
              <a:xfrm>
                <a:off x="3361435" y="368791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0DD2718-441D-FC27-5AFC-0BBF7EC27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435" y="3687913"/>
                <a:ext cx="403798" cy="307777"/>
              </a:xfrm>
              <a:prstGeom prst="rect">
                <a:avLst/>
              </a:prstGeom>
              <a:blipFill>
                <a:blip r:embed="rId6"/>
                <a:stretch>
                  <a:fillRect l="-5970" t="-4000" r="-16418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EADA3CC-2E44-D536-D5E6-2F71081A751F}"/>
                  </a:ext>
                </a:extLst>
              </p:cNvPr>
              <p:cNvSpPr txBox="1"/>
              <p:nvPr/>
            </p:nvSpPr>
            <p:spPr>
              <a:xfrm>
                <a:off x="828264" y="2062067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EADA3CC-2E44-D536-D5E6-2F71081A7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64" y="2062067"/>
                <a:ext cx="403798" cy="307777"/>
              </a:xfrm>
              <a:prstGeom prst="rect">
                <a:avLst/>
              </a:prstGeom>
              <a:blipFill>
                <a:blip r:embed="rId7"/>
                <a:stretch>
                  <a:fillRect l="-6061" t="-1961" r="-16667" b="-196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3A811EE-528E-87C6-6EE6-B0DE2FA3EED7}"/>
                  </a:ext>
                </a:extLst>
              </p:cNvPr>
              <p:cNvSpPr txBox="1"/>
              <p:nvPr/>
            </p:nvSpPr>
            <p:spPr>
              <a:xfrm>
                <a:off x="4642028" y="205980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3A811EE-528E-87C6-6EE6-B0DE2FA3E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028" y="2059803"/>
                <a:ext cx="403798" cy="307777"/>
              </a:xfrm>
              <a:prstGeom prst="rect">
                <a:avLst/>
              </a:prstGeom>
              <a:blipFill>
                <a:blip r:embed="rId8"/>
                <a:stretch>
                  <a:fillRect l="-5970" t="-4000" r="-16418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5907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3CE41-B597-5B2D-65BF-2B6610707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DBB9C0E-1271-03B8-A1DB-C385B6732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40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B586D723-A6C3-918E-67DC-8C70839F8DE0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en-US" altLang="zh-CN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CFL-Reachability</a:t>
            </a:r>
            <a:r>
              <a:rPr lang="zh-CN" altLang="en-US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算法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10B56D7-BF65-A351-A445-F228782BB04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r="22700"/>
          <a:stretch>
            <a:fillRect/>
          </a:stretch>
        </p:blipFill>
        <p:spPr>
          <a:xfrm>
            <a:off x="5860315" y="993370"/>
            <a:ext cx="5796449" cy="4426473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26027FF4-632D-E483-E91F-88C9367F12CE}"/>
              </a:ext>
            </a:extLst>
          </p:cNvPr>
          <p:cNvSpPr/>
          <p:nvPr/>
        </p:nvSpPr>
        <p:spPr>
          <a:xfrm>
            <a:off x="1419493" y="2280250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FD5EEE1-741E-891F-29C6-389A464524E8}"/>
              </a:ext>
            </a:extLst>
          </p:cNvPr>
          <p:cNvSpPr/>
          <p:nvPr/>
        </p:nvSpPr>
        <p:spPr>
          <a:xfrm>
            <a:off x="2153270" y="3048082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5C17300-2B70-58C4-D879-7600577924F7}"/>
              </a:ext>
            </a:extLst>
          </p:cNvPr>
          <p:cNvSpPr/>
          <p:nvPr/>
        </p:nvSpPr>
        <p:spPr>
          <a:xfrm>
            <a:off x="4028242" y="2280250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C9E80DE-9622-F174-A9FE-8AC2A45FC19F}"/>
              </a:ext>
            </a:extLst>
          </p:cNvPr>
          <p:cNvCxnSpPr>
            <a:cxnSpLocks/>
            <a:stCxn id="13" idx="7"/>
            <a:endCxn id="8" idx="3"/>
          </p:cNvCxnSpPr>
          <p:nvPr/>
        </p:nvCxnSpPr>
        <p:spPr>
          <a:xfrm flipV="1">
            <a:off x="3634718" y="2624913"/>
            <a:ext cx="452659" cy="478149"/>
          </a:xfrm>
          <a:prstGeom prst="straightConnector1">
            <a:avLst/>
          </a:prstGeom>
          <a:ln w="19050">
            <a:solidFill>
              <a:srgbClr val="002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C9464F5-B340-9576-4C3D-4901625FBC69}"/>
              </a:ext>
            </a:extLst>
          </p:cNvPr>
          <p:cNvCxnSpPr>
            <a:cxnSpLocks/>
            <a:stCxn id="6" idx="5"/>
            <a:endCxn id="7" idx="1"/>
          </p:cNvCxnSpPr>
          <p:nvPr/>
        </p:nvCxnSpPr>
        <p:spPr>
          <a:xfrm>
            <a:off x="1764157" y="2624913"/>
            <a:ext cx="448248" cy="482303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03DA27A5-15E4-7126-ADB5-7A2B01C4D085}"/>
              </a:ext>
            </a:extLst>
          </p:cNvPr>
          <p:cNvSpPr/>
          <p:nvPr/>
        </p:nvSpPr>
        <p:spPr>
          <a:xfrm>
            <a:off x="3290054" y="3043927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56DA441-A62C-5079-6BF7-B1343C30CD91}"/>
              </a:ext>
            </a:extLst>
          </p:cNvPr>
          <p:cNvCxnSpPr>
            <a:cxnSpLocks/>
            <a:stCxn id="7" idx="6"/>
            <a:endCxn id="13" idx="2"/>
          </p:cNvCxnSpPr>
          <p:nvPr/>
        </p:nvCxnSpPr>
        <p:spPr>
          <a:xfrm flipV="1">
            <a:off x="2557068" y="3245827"/>
            <a:ext cx="732986" cy="415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05AD5FA-D96E-D80A-4122-9739CB19B845}"/>
                  </a:ext>
                </a:extLst>
              </p:cNvPr>
              <p:cNvSpPr txBox="1"/>
              <p:nvPr/>
            </p:nvSpPr>
            <p:spPr>
              <a:xfrm>
                <a:off x="726262" y="4214241"/>
                <a:ext cx="4837863" cy="42575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𝑊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𝑠𝑠𝑖𝑔𝑛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05AD5FA-D96E-D80A-4122-9739CB19B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62" y="4214241"/>
                <a:ext cx="4837863" cy="425758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CCB06E4-123B-63A0-DAC0-80EEE8E9F68E}"/>
              </a:ext>
            </a:extLst>
          </p:cNvPr>
          <p:cNvSpPr/>
          <p:nvPr/>
        </p:nvSpPr>
        <p:spPr>
          <a:xfrm>
            <a:off x="5944071" y="2687215"/>
            <a:ext cx="3526499" cy="31724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939DC60-7920-8E68-C610-9A7BA9DEA1DF}"/>
                  </a:ext>
                </a:extLst>
              </p:cNvPr>
              <p:cNvSpPr txBox="1"/>
              <p:nvPr/>
            </p:nvSpPr>
            <p:spPr>
              <a:xfrm>
                <a:off x="890798" y="955709"/>
                <a:ext cx="4699518" cy="7360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𝑟𝑒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𝑎𝑠𝑠𝑖𝑔𝑛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|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𝑐𝑎𝑙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939DC60-7920-8E68-C610-9A7BA9DEA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798" y="955709"/>
                <a:ext cx="4699518" cy="7360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FA105B0B-C219-E879-DE22-43BC19AB420A}"/>
              </a:ext>
            </a:extLst>
          </p:cNvPr>
          <p:cNvSpPr txBox="1"/>
          <p:nvPr/>
        </p:nvSpPr>
        <p:spPr>
          <a:xfrm>
            <a:off x="1563743" y="2735640"/>
            <a:ext cx="849075" cy="307777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call1</a:t>
            </a:r>
            <a:endParaRPr lang="zh-CN" altLang="en-US" sz="14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832FEFE-B386-E47C-753B-FFE4AEA03DE9}"/>
              </a:ext>
            </a:extLst>
          </p:cNvPr>
          <p:cNvSpPr txBox="1"/>
          <p:nvPr/>
        </p:nvSpPr>
        <p:spPr>
          <a:xfrm>
            <a:off x="3646918" y="2746764"/>
            <a:ext cx="683088" cy="307777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26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ret1</a:t>
            </a:r>
            <a:endParaRPr lang="zh-CN" altLang="en-US" sz="1400" dirty="0">
              <a:solidFill>
                <a:srgbClr val="0026FF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22244942-AEBF-F3A5-1650-DAE71ED31028}"/>
              </a:ext>
            </a:extLst>
          </p:cNvPr>
          <p:cNvCxnSpPr>
            <a:cxnSpLocks/>
            <a:stCxn id="7" idx="3"/>
            <a:endCxn id="7" idx="4"/>
          </p:cNvCxnSpPr>
          <p:nvPr/>
        </p:nvCxnSpPr>
        <p:spPr>
          <a:xfrm rot="16200000" flipH="1">
            <a:off x="2254220" y="3350930"/>
            <a:ext cx="59135" cy="142764"/>
          </a:xfrm>
          <a:prstGeom prst="curvedConnector3">
            <a:avLst>
              <a:gd name="adj1" fmla="val 533911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B7171D4D-A071-5250-79DA-9CA5025D8ECF}"/>
              </a:ext>
            </a:extLst>
          </p:cNvPr>
          <p:cNvCxnSpPr>
            <a:cxnSpLocks/>
            <a:stCxn id="13" idx="4"/>
            <a:endCxn id="13" idx="5"/>
          </p:cNvCxnSpPr>
          <p:nvPr/>
        </p:nvCxnSpPr>
        <p:spPr>
          <a:xfrm rot="5400000" flipH="1" flipV="1">
            <a:off x="3533767" y="3346776"/>
            <a:ext cx="59135" cy="142764"/>
          </a:xfrm>
          <a:prstGeom prst="curvedConnector3">
            <a:avLst>
              <a:gd name="adj1" fmla="val -3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22C65CF2-EDEE-10ED-FFF9-2195FC2B9DFA}"/>
              </a:ext>
            </a:extLst>
          </p:cNvPr>
          <p:cNvCxnSpPr>
            <a:cxnSpLocks/>
            <a:stCxn id="6" idx="1"/>
            <a:endCxn id="6" idx="2"/>
          </p:cNvCxnSpPr>
          <p:nvPr/>
        </p:nvCxnSpPr>
        <p:spPr>
          <a:xfrm rot="16200000" flipH="1" flipV="1">
            <a:off x="1377679" y="2381199"/>
            <a:ext cx="142764" cy="59135"/>
          </a:xfrm>
          <a:prstGeom prst="curvedConnector4">
            <a:avLst>
              <a:gd name="adj1" fmla="val -142724"/>
              <a:gd name="adj2" fmla="val 4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5DA207E7-294D-9010-DFBB-40581BDF933D}"/>
              </a:ext>
            </a:extLst>
          </p:cNvPr>
          <p:cNvCxnSpPr>
            <a:cxnSpLocks/>
            <a:stCxn id="8" idx="7"/>
            <a:endCxn id="8" idx="6"/>
          </p:cNvCxnSpPr>
          <p:nvPr/>
        </p:nvCxnSpPr>
        <p:spPr>
          <a:xfrm rot="16200000" flipH="1">
            <a:off x="4331090" y="2381200"/>
            <a:ext cx="142764" cy="59135"/>
          </a:xfrm>
          <a:prstGeom prst="curvedConnector4">
            <a:avLst>
              <a:gd name="adj1" fmla="val -149260"/>
              <a:gd name="adj2" fmla="val 4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46BB1F7-D2AE-A0E4-322E-ECC84585BCC3}"/>
                  </a:ext>
                </a:extLst>
              </p:cNvPr>
              <p:cNvSpPr txBox="1"/>
              <p:nvPr/>
            </p:nvSpPr>
            <p:spPr>
              <a:xfrm>
                <a:off x="735394" y="4857491"/>
                <a:ext cx="2142125" cy="42575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:r>
                  <a:rPr lang="en-US" altLang="zh-CN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Processing: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𝑎𝑙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𝑙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46BB1F7-D2AE-A0E4-322E-ECC84585B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94" y="4857491"/>
                <a:ext cx="2142125" cy="425758"/>
              </a:xfrm>
              <a:prstGeom prst="rect">
                <a:avLst/>
              </a:prstGeom>
              <a:blipFill>
                <a:blip r:embed="rId6"/>
                <a:stretch>
                  <a:fillRect l="-2564" b="-2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5504CA2-3814-12DB-49FC-BC383D8519CE}"/>
                  </a:ext>
                </a:extLst>
              </p:cNvPr>
              <p:cNvSpPr txBox="1"/>
              <p:nvPr/>
            </p:nvSpPr>
            <p:spPr>
              <a:xfrm>
                <a:off x="2081888" y="368791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5504CA2-3814-12DB-49FC-BC383D851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888" y="3687913"/>
                <a:ext cx="403798" cy="307777"/>
              </a:xfrm>
              <a:prstGeom prst="rect">
                <a:avLst/>
              </a:prstGeom>
              <a:blipFill>
                <a:blip r:embed="rId4"/>
                <a:stretch>
                  <a:fillRect l="-7576" t="-4000" r="-16667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B09A76E-E765-A202-80F4-79E8E6EC6FCE}"/>
                  </a:ext>
                </a:extLst>
              </p:cNvPr>
              <p:cNvSpPr txBox="1"/>
              <p:nvPr/>
            </p:nvSpPr>
            <p:spPr>
              <a:xfrm>
                <a:off x="3361435" y="368791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B09A76E-E765-A202-80F4-79E8E6EC6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435" y="3687913"/>
                <a:ext cx="403798" cy="307777"/>
              </a:xfrm>
              <a:prstGeom prst="rect">
                <a:avLst/>
              </a:prstGeom>
              <a:blipFill>
                <a:blip r:embed="rId4"/>
                <a:stretch>
                  <a:fillRect l="-5970" t="-4000" r="-16418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F10C620-3F3C-F574-E652-A97F9518A88B}"/>
                  </a:ext>
                </a:extLst>
              </p:cNvPr>
              <p:cNvSpPr txBox="1"/>
              <p:nvPr/>
            </p:nvSpPr>
            <p:spPr>
              <a:xfrm>
                <a:off x="828264" y="2062067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F10C620-3F3C-F574-E652-A97F9518A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64" y="2062067"/>
                <a:ext cx="403798" cy="307777"/>
              </a:xfrm>
              <a:prstGeom prst="rect">
                <a:avLst/>
              </a:prstGeom>
              <a:blipFill>
                <a:blip r:embed="rId6"/>
                <a:stretch>
                  <a:fillRect l="-6061" t="-1961" r="-16667" b="-196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F618E30-E5AF-7077-913C-0D258CFC12D9}"/>
                  </a:ext>
                </a:extLst>
              </p:cNvPr>
              <p:cNvSpPr txBox="1"/>
              <p:nvPr/>
            </p:nvSpPr>
            <p:spPr>
              <a:xfrm>
                <a:off x="4642028" y="205980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F618E30-E5AF-7077-913C-0D258CFC1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028" y="2059803"/>
                <a:ext cx="403798" cy="307777"/>
              </a:xfrm>
              <a:prstGeom prst="rect">
                <a:avLst/>
              </a:prstGeom>
              <a:blipFill>
                <a:blip r:embed="rId7"/>
                <a:stretch>
                  <a:fillRect l="-5970" t="-4000" r="-16418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786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FA9F7-ECA8-DBDC-1BB8-FA21F2B04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B875BC-92D1-ED07-E26B-8C7D8CBBC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41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FD7F0B58-5231-51F8-EE78-58ACBF18E6C6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en-US" altLang="zh-CN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CFL-Reachability</a:t>
            </a:r>
            <a:r>
              <a:rPr lang="zh-CN" altLang="en-US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算法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D9B507-4508-4EAF-A7B8-CA598AF2598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r="22700"/>
          <a:stretch>
            <a:fillRect/>
          </a:stretch>
        </p:blipFill>
        <p:spPr>
          <a:xfrm>
            <a:off x="5860315" y="993370"/>
            <a:ext cx="5796449" cy="4426473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D13A5784-9DB4-1873-D910-A2ABBF38C9C4}"/>
              </a:ext>
            </a:extLst>
          </p:cNvPr>
          <p:cNvSpPr/>
          <p:nvPr/>
        </p:nvSpPr>
        <p:spPr>
          <a:xfrm>
            <a:off x="1419493" y="2280250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A332E5F-88FB-80C2-68C0-F7DF4A16DBD5}"/>
              </a:ext>
            </a:extLst>
          </p:cNvPr>
          <p:cNvSpPr/>
          <p:nvPr/>
        </p:nvSpPr>
        <p:spPr>
          <a:xfrm>
            <a:off x="2153270" y="3048082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0705703-6A7F-D359-F339-38F3E98B56F5}"/>
              </a:ext>
            </a:extLst>
          </p:cNvPr>
          <p:cNvSpPr/>
          <p:nvPr/>
        </p:nvSpPr>
        <p:spPr>
          <a:xfrm>
            <a:off x="4028242" y="2280250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3017358-E9FF-8880-756B-468F4F1B811F}"/>
              </a:ext>
            </a:extLst>
          </p:cNvPr>
          <p:cNvCxnSpPr>
            <a:cxnSpLocks/>
            <a:stCxn id="13" idx="7"/>
            <a:endCxn id="8" idx="3"/>
          </p:cNvCxnSpPr>
          <p:nvPr/>
        </p:nvCxnSpPr>
        <p:spPr>
          <a:xfrm flipV="1">
            <a:off x="3634718" y="2624913"/>
            <a:ext cx="452659" cy="478149"/>
          </a:xfrm>
          <a:prstGeom prst="straightConnector1">
            <a:avLst/>
          </a:prstGeom>
          <a:ln w="19050">
            <a:solidFill>
              <a:srgbClr val="002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7B0B1EB-F913-25D3-03EB-80F6A5F927BC}"/>
              </a:ext>
            </a:extLst>
          </p:cNvPr>
          <p:cNvCxnSpPr>
            <a:cxnSpLocks/>
            <a:stCxn id="6" idx="5"/>
            <a:endCxn id="7" idx="1"/>
          </p:cNvCxnSpPr>
          <p:nvPr/>
        </p:nvCxnSpPr>
        <p:spPr>
          <a:xfrm>
            <a:off x="1764157" y="2624913"/>
            <a:ext cx="448248" cy="482303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F62D13CB-60B1-F48D-4F84-3CB88CD400AC}"/>
              </a:ext>
            </a:extLst>
          </p:cNvPr>
          <p:cNvSpPr/>
          <p:nvPr/>
        </p:nvSpPr>
        <p:spPr>
          <a:xfrm>
            <a:off x="3290054" y="3043927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E1F56D7-C42F-C64B-5E8B-79A1C4843C25}"/>
              </a:ext>
            </a:extLst>
          </p:cNvPr>
          <p:cNvCxnSpPr>
            <a:cxnSpLocks/>
            <a:stCxn id="7" idx="6"/>
            <a:endCxn id="13" idx="2"/>
          </p:cNvCxnSpPr>
          <p:nvPr/>
        </p:nvCxnSpPr>
        <p:spPr>
          <a:xfrm flipV="1">
            <a:off x="2557068" y="3245827"/>
            <a:ext cx="732986" cy="415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0F0B63B3-9666-8B87-23D3-EC68AFAD690F}"/>
                  </a:ext>
                </a:extLst>
              </p:cNvPr>
              <p:cNvSpPr txBox="1"/>
              <p:nvPr/>
            </p:nvSpPr>
            <p:spPr>
              <a:xfrm>
                <a:off x="726262" y="4214241"/>
                <a:ext cx="4837863" cy="42575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𝑊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𝑠𝑠𝑖𝑔𝑛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0F0B63B3-9666-8B87-23D3-EC68AFAD6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62" y="4214241"/>
                <a:ext cx="4837863" cy="425758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813B080-6EEF-138B-06C6-113E2EFE3EBF}"/>
              </a:ext>
            </a:extLst>
          </p:cNvPr>
          <p:cNvSpPr/>
          <p:nvPr/>
        </p:nvSpPr>
        <p:spPr>
          <a:xfrm>
            <a:off x="5944071" y="2985796"/>
            <a:ext cx="4487553" cy="522514"/>
          </a:xfrm>
          <a:prstGeom prst="roundRect">
            <a:avLst>
              <a:gd name="adj" fmla="val 17298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A2C711C9-780B-64B4-2C4E-227231421D22}"/>
                  </a:ext>
                </a:extLst>
              </p:cNvPr>
              <p:cNvSpPr txBox="1"/>
              <p:nvPr/>
            </p:nvSpPr>
            <p:spPr>
              <a:xfrm>
                <a:off x="890798" y="955709"/>
                <a:ext cx="4699518" cy="7360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𝑟𝑒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𝑎𝑠𝑠𝑖𝑔𝑛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|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𝑐𝑎𝑙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A2C711C9-780B-64B4-2C4E-227231421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798" y="955709"/>
                <a:ext cx="4699518" cy="7360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B98DB60C-3197-6A3C-34AE-292048F11769}"/>
              </a:ext>
            </a:extLst>
          </p:cNvPr>
          <p:cNvSpPr txBox="1"/>
          <p:nvPr/>
        </p:nvSpPr>
        <p:spPr>
          <a:xfrm>
            <a:off x="1563743" y="2735640"/>
            <a:ext cx="849075" cy="307777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call1</a:t>
            </a:r>
            <a:endParaRPr lang="zh-CN" altLang="en-US" sz="14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759CE03-70CF-B9D2-3756-BAEB0CD1E1FD}"/>
              </a:ext>
            </a:extLst>
          </p:cNvPr>
          <p:cNvSpPr txBox="1"/>
          <p:nvPr/>
        </p:nvSpPr>
        <p:spPr>
          <a:xfrm>
            <a:off x="3646918" y="2746764"/>
            <a:ext cx="683088" cy="307777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26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ret1</a:t>
            </a:r>
            <a:endParaRPr lang="zh-CN" altLang="en-US" sz="1400" dirty="0">
              <a:solidFill>
                <a:srgbClr val="0026FF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06C7A8AB-B734-610A-0D31-2221F8B354A8}"/>
              </a:ext>
            </a:extLst>
          </p:cNvPr>
          <p:cNvCxnSpPr>
            <a:cxnSpLocks/>
            <a:stCxn id="7" idx="3"/>
            <a:endCxn id="7" idx="4"/>
          </p:cNvCxnSpPr>
          <p:nvPr/>
        </p:nvCxnSpPr>
        <p:spPr>
          <a:xfrm rot="16200000" flipH="1">
            <a:off x="2254220" y="3350930"/>
            <a:ext cx="59135" cy="142764"/>
          </a:xfrm>
          <a:prstGeom prst="curvedConnector3">
            <a:avLst>
              <a:gd name="adj1" fmla="val 533911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A8D8C0EB-08B3-1EBA-B72A-029D473B77B1}"/>
              </a:ext>
            </a:extLst>
          </p:cNvPr>
          <p:cNvCxnSpPr>
            <a:cxnSpLocks/>
            <a:stCxn id="13" idx="4"/>
            <a:endCxn id="13" idx="5"/>
          </p:cNvCxnSpPr>
          <p:nvPr/>
        </p:nvCxnSpPr>
        <p:spPr>
          <a:xfrm rot="5400000" flipH="1" flipV="1">
            <a:off x="3533767" y="3346776"/>
            <a:ext cx="59135" cy="142764"/>
          </a:xfrm>
          <a:prstGeom prst="curvedConnector3">
            <a:avLst>
              <a:gd name="adj1" fmla="val -3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787FF47D-A1FF-6DA1-9874-A4B4312870FB}"/>
              </a:ext>
            </a:extLst>
          </p:cNvPr>
          <p:cNvCxnSpPr>
            <a:cxnSpLocks/>
            <a:stCxn id="6" idx="1"/>
            <a:endCxn id="6" idx="2"/>
          </p:cNvCxnSpPr>
          <p:nvPr/>
        </p:nvCxnSpPr>
        <p:spPr>
          <a:xfrm rot="16200000" flipH="1" flipV="1">
            <a:off x="1377679" y="2381199"/>
            <a:ext cx="142764" cy="59135"/>
          </a:xfrm>
          <a:prstGeom prst="curvedConnector4">
            <a:avLst>
              <a:gd name="adj1" fmla="val -142724"/>
              <a:gd name="adj2" fmla="val 4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C8E47380-453D-1B58-D976-68E9D78E338C}"/>
              </a:ext>
            </a:extLst>
          </p:cNvPr>
          <p:cNvCxnSpPr>
            <a:cxnSpLocks/>
            <a:stCxn id="8" idx="7"/>
            <a:endCxn id="8" idx="6"/>
          </p:cNvCxnSpPr>
          <p:nvPr/>
        </p:nvCxnSpPr>
        <p:spPr>
          <a:xfrm rot="16200000" flipH="1">
            <a:off x="4331090" y="2381200"/>
            <a:ext cx="142764" cy="59135"/>
          </a:xfrm>
          <a:prstGeom prst="curvedConnector4">
            <a:avLst>
              <a:gd name="adj1" fmla="val -149260"/>
              <a:gd name="adj2" fmla="val 4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6920612-AB03-68DB-B095-4A1C74A68F96}"/>
                  </a:ext>
                </a:extLst>
              </p:cNvPr>
              <p:cNvSpPr txBox="1"/>
              <p:nvPr/>
            </p:nvSpPr>
            <p:spPr>
              <a:xfrm>
                <a:off x="735394" y="4857491"/>
                <a:ext cx="2142125" cy="42575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:r>
                  <a:rPr lang="en-US" altLang="zh-CN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Processing: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𝑎𝑙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𝑙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6920612-AB03-68DB-B095-4A1C74A68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94" y="4857491"/>
                <a:ext cx="2142125" cy="425758"/>
              </a:xfrm>
              <a:prstGeom prst="rect">
                <a:avLst/>
              </a:prstGeom>
              <a:blipFill>
                <a:blip r:embed="rId6"/>
                <a:stretch>
                  <a:fillRect l="-2564" b="-2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8172E5F-DB74-12D3-6E15-85C1C7FEC936}"/>
                  </a:ext>
                </a:extLst>
              </p:cNvPr>
              <p:cNvSpPr txBox="1"/>
              <p:nvPr/>
            </p:nvSpPr>
            <p:spPr>
              <a:xfrm>
                <a:off x="2081888" y="368791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8172E5F-DB74-12D3-6E15-85C1C7FEC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888" y="3687913"/>
                <a:ext cx="403798" cy="307777"/>
              </a:xfrm>
              <a:prstGeom prst="rect">
                <a:avLst/>
              </a:prstGeom>
              <a:blipFill>
                <a:blip r:embed="rId4"/>
                <a:stretch>
                  <a:fillRect l="-7576" t="-4000" r="-16667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B28EF61-5F57-B929-281B-12490C094954}"/>
                  </a:ext>
                </a:extLst>
              </p:cNvPr>
              <p:cNvSpPr txBox="1"/>
              <p:nvPr/>
            </p:nvSpPr>
            <p:spPr>
              <a:xfrm>
                <a:off x="3361435" y="368791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B28EF61-5F57-B929-281B-12490C094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435" y="3687913"/>
                <a:ext cx="403798" cy="307777"/>
              </a:xfrm>
              <a:prstGeom prst="rect">
                <a:avLst/>
              </a:prstGeom>
              <a:blipFill>
                <a:blip r:embed="rId4"/>
                <a:stretch>
                  <a:fillRect l="-5970" t="-4000" r="-16418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8062DEC-12DC-4195-FC75-83E5F0048E17}"/>
                  </a:ext>
                </a:extLst>
              </p:cNvPr>
              <p:cNvSpPr txBox="1"/>
              <p:nvPr/>
            </p:nvSpPr>
            <p:spPr>
              <a:xfrm>
                <a:off x="828264" y="2062067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8062DEC-12DC-4195-FC75-83E5F0048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64" y="2062067"/>
                <a:ext cx="403798" cy="307777"/>
              </a:xfrm>
              <a:prstGeom prst="rect">
                <a:avLst/>
              </a:prstGeom>
              <a:blipFill>
                <a:blip r:embed="rId6"/>
                <a:stretch>
                  <a:fillRect l="-6061" t="-1961" r="-16667" b="-196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6B7A728-A20A-7B63-38BD-EF9664480518}"/>
                  </a:ext>
                </a:extLst>
              </p:cNvPr>
              <p:cNvSpPr txBox="1"/>
              <p:nvPr/>
            </p:nvSpPr>
            <p:spPr>
              <a:xfrm>
                <a:off x="4642028" y="205980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6B7A728-A20A-7B63-38BD-EF9664480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028" y="2059803"/>
                <a:ext cx="403798" cy="307777"/>
              </a:xfrm>
              <a:prstGeom prst="rect">
                <a:avLst/>
              </a:prstGeom>
              <a:blipFill>
                <a:blip r:embed="rId7"/>
                <a:stretch>
                  <a:fillRect l="-5970" t="-4000" r="-16418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476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B0826-94F0-3776-8E97-4FB3E2EE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2F14DA9-3CE8-98A1-68FF-470CD7DCE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42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9F4B7F1E-3E76-7B0B-3814-34F1CAFDDFE4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en-US" altLang="zh-CN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CFL-Reachability</a:t>
            </a:r>
            <a:r>
              <a:rPr lang="zh-CN" altLang="en-US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算法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0794EBC-961F-2BE3-586F-23E12325457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r="22700"/>
          <a:stretch>
            <a:fillRect/>
          </a:stretch>
        </p:blipFill>
        <p:spPr>
          <a:xfrm>
            <a:off x="5860315" y="993370"/>
            <a:ext cx="5796449" cy="4426473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7AD628B2-ABCF-2CFD-0323-0817776B3D04}"/>
              </a:ext>
            </a:extLst>
          </p:cNvPr>
          <p:cNvSpPr/>
          <p:nvPr/>
        </p:nvSpPr>
        <p:spPr>
          <a:xfrm>
            <a:off x="1419493" y="2280250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776F7F1-C959-3DF9-BEF6-7A9F1631BEED}"/>
              </a:ext>
            </a:extLst>
          </p:cNvPr>
          <p:cNvSpPr/>
          <p:nvPr/>
        </p:nvSpPr>
        <p:spPr>
          <a:xfrm>
            <a:off x="2153270" y="3048082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B655748-8FD2-02AB-0C76-9D8B12CBF84C}"/>
              </a:ext>
            </a:extLst>
          </p:cNvPr>
          <p:cNvSpPr/>
          <p:nvPr/>
        </p:nvSpPr>
        <p:spPr>
          <a:xfrm>
            <a:off x="4028242" y="2280250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413F857-0B30-95A6-886F-E6F1B4C0E1E6}"/>
              </a:ext>
            </a:extLst>
          </p:cNvPr>
          <p:cNvCxnSpPr>
            <a:cxnSpLocks/>
            <a:stCxn id="13" idx="7"/>
            <a:endCxn id="8" idx="3"/>
          </p:cNvCxnSpPr>
          <p:nvPr/>
        </p:nvCxnSpPr>
        <p:spPr>
          <a:xfrm flipV="1">
            <a:off x="3634718" y="2624913"/>
            <a:ext cx="452659" cy="478149"/>
          </a:xfrm>
          <a:prstGeom prst="straightConnector1">
            <a:avLst/>
          </a:prstGeom>
          <a:ln w="19050">
            <a:solidFill>
              <a:srgbClr val="002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96D4429-EC47-DF63-65CB-376D30D598DC}"/>
              </a:ext>
            </a:extLst>
          </p:cNvPr>
          <p:cNvCxnSpPr>
            <a:cxnSpLocks/>
            <a:stCxn id="6" idx="5"/>
            <a:endCxn id="7" idx="1"/>
          </p:cNvCxnSpPr>
          <p:nvPr/>
        </p:nvCxnSpPr>
        <p:spPr>
          <a:xfrm>
            <a:off x="1764157" y="2624913"/>
            <a:ext cx="448248" cy="482303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0262E570-FF1C-4C9A-0C7F-0C4CF105DD56}"/>
              </a:ext>
            </a:extLst>
          </p:cNvPr>
          <p:cNvSpPr/>
          <p:nvPr/>
        </p:nvSpPr>
        <p:spPr>
          <a:xfrm>
            <a:off x="3290054" y="3043927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66DC459-00E9-3CD6-E4AB-44450335AD27}"/>
              </a:ext>
            </a:extLst>
          </p:cNvPr>
          <p:cNvCxnSpPr>
            <a:cxnSpLocks/>
            <a:stCxn id="7" idx="6"/>
            <a:endCxn id="13" idx="2"/>
          </p:cNvCxnSpPr>
          <p:nvPr/>
        </p:nvCxnSpPr>
        <p:spPr>
          <a:xfrm flipV="1">
            <a:off x="2557068" y="3245827"/>
            <a:ext cx="732986" cy="415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B432B28-8403-C559-3D7D-B023786DD6F4}"/>
              </a:ext>
            </a:extLst>
          </p:cNvPr>
          <p:cNvSpPr/>
          <p:nvPr/>
        </p:nvSpPr>
        <p:spPr>
          <a:xfrm>
            <a:off x="5916078" y="3470988"/>
            <a:ext cx="4487553" cy="849086"/>
          </a:xfrm>
          <a:prstGeom prst="roundRect">
            <a:avLst>
              <a:gd name="adj" fmla="val 12902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1B58EEE-5F9A-E084-4187-30A85F1FE8A9}"/>
                  </a:ext>
                </a:extLst>
              </p:cNvPr>
              <p:cNvSpPr txBox="1"/>
              <p:nvPr/>
            </p:nvSpPr>
            <p:spPr>
              <a:xfrm>
                <a:off x="890798" y="955709"/>
                <a:ext cx="4699518" cy="7360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𝑟𝑒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𝑎𝑠𝑠𝑖𝑔𝑛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|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𝑐𝑎𝑙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1B58EEE-5F9A-E084-4187-30A85F1FE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798" y="955709"/>
                <a:ext cx="4699518" cy="7360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8B20065B-213D-93D5-C131-D41330992E99}"/>
              </a:ext>
            </a:extLst>
          </p:cNvPr>
          <p:cNvSpPr txBox="1"/>
          <p:nvPr/>
        </p:nvSpPr>
        <p:spPr>
          <a:xfrm>
            <a:off x="1563743" y="2735640"/>
            <a:ext cx="849075" cy="307777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call1</a:t>
            </a:r>
            <a:endParaRPr lang="zh-CN" altLang="en-US" sz="14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BF529BF-A141-D9FE-F0F0-62C81033FDCC}"/>
              </a:ext>
            </a:extLst>
          </p:cNvPr>
          <p:cNvSpPr txBox="1"/>
          <p:nvPr/>
        </p:nvSpPr>
        <p:spPr>
          <a:xfrm>
            <a:off x="3646918" y="2746764"/>
            <a:ext cx="683088" cy="307777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26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ret1</a:t>
            </a:r>
            <a:endParaRPr lang="zh-CN" altLang="en-US" sz="1400" dirty="0">
              <a:solidFill>
                <a:srgbClr val="0026FF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6184C391-7336-44BA-2075-01F3936AE03C}"/>
              </a:ext>
            </a:extLst>
          </p:cNvPr>
          <p:cNvCxnSpPr>
            <a:cxnSpLocks/>
            <a:stCxn id="7" idx="3"/>
            <a:endCxn id="7" idx="4"/>
          </p:cNvCxnSpPr>
          <p:nvPr/>
        </p:nvCxnSpPr>
        <p:spPr>
          <a:xfrm rot="16200000" flipH="1">
            <a:off x="2254220" y="3350930"/>
            <a:ext cx="59135" cy="142764"/>
          </a:xfrm>
          <a:prstGeom prst="curvedConnector3">
            <a:avLst>
              <a:gd name="adj1" fmla="val 533911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A8ECBA25-74F4-2DA3-F95A-2093A4354DAF}"/>
              </a:ext>
            </a:extLst>
          </p:cNvPr>
          <p:cNvCxnSpPr>
            <a:cxnSpLocks/>
            <a:stCxn id="13" idx="4"/>
            <a:endCxn id="13" idx="5"/>
          </p:cNvCxnSpPr>
          <p:nvPr/>
        </p:nvCxnSpPr>
        <p:spPr>
          <a:xfrm rot="5400000" flipH="1" flipV="1">
            <a:off x="3533767" y="3346776"/>
            <a:ext cx="59135" cy="142764"/>
          </a:xfrm>
          <a:prstGeom prst="curvedConnector3">
            <a:avLst>
              <a:gd name="adj1" fmla="val -3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607F433F-41C5-2015-C9B6-43950ED9AD27}"/>
              </a:ext>
            </a:extLst>
          </p:cNvPr>
          <p:cNvCxnSpPr>
            <a:cxnSpLocks/>
            <a:stCxn id="6" idx="1"/>
            <a:endCxn id="6" idx="2"/>
          </p:cNvCxnSpPr>
          <p:nvPr/>
        </p:nvCxnSpPr>
        <p:spPr>
          <a:xfrm rot="16200000" flipH="1" flipV="1">
            <a:off x="1377679" y="2381199"/>
            <a:ext cx="142764" cy="59135"/>
          </a:xfrm>
          <a:prstGeom prst="curvedConnector4">
            <a:avLst>
              <a:gd name="adj1" fmla="val -142724"/>
              <a:gd name="adj2" fmla="val 4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984E083B-C7C9-39BD-FA67-E54C161E6597}"/>
              </a:ext>
            </a:extLst>
          </p:cNvPr>
          <p:cNvCxnSpPr>
            <a:cxnSpLocks/>
            <a:stCxn id="8" idx="7"/>
            <a:endCxn id="8" idx="6"/>
          </p:cNvCxnSpPr>
          <p:nvPr/>
        </p:nvCxnSpPr>
        <p:spPr>
          <a:xfrm rot="16200000" flipH="1">
            <a:off x="4331090" y="2381200"/>
            <a:ext cx="142764" cy="59135"/>
          </a:xfrm>
          <a:prstGeom prst="curvedConnector4">
            <a:avLst>
              <a:gd name="adj1" fmla="val -149260"/>
              <a:gd name="adj2" fmla="val 4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9992F85-AF03-ECAE-AD06-DC47B35BD224}"/>
                  </a:ext>
                </a:extLst>
              </p:cNvPr>
              <p:cNvSpPr txBox="1"/>
              <p:nvPr/>
            </p:nvSpPr>
            <p:spPr>
              <a:xfrm>
                <a:off x="735394" y="4857491"/>
                <a:ext cx="2142125" cy="42575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:r>
                  <a:rPr lang="en-US" altLang="zh-CN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Processing: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𝑎𝑙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𝑙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9992F85-AF03-ECAE-AD06-DC47B35BD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94" y="4857491"/>
                <a:ext cx="2142125" cy="425758"/>
              </a:xfrm>
              <a:prstGeom prst="rect">
                <a:avLst/>
              </a:prstGeom>
              <a:blipFill>
                <a:blip r:embed="rId5"/>
                <a:stretch>
                  <a:fillRect l="-2564" b="-2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551DCE77-CF95-7E1D-BE11-DA35822A72EA}"/>
              </a:ext>
            </a:extLst>
          </p:cNvPr>
          <p:cNvCxnSpPr>
            <a:cxnSpLocks/>
            <a:stCxn id="6" idx="3"/>
            <a:endCxn id="7" idx="2"/>
          </p:cNvCxnSpPr>
          <p:nvPr/>
        </p:nvCxnSpPr>
        <p:spPr>
          <a:xfrm rot="16200000" flipH="1">
            <a:off x="1503415" y="2600126"/>
            <a:ext cx="625068" cy="674642"/>
          </a:xfrm>
          <a:prstGeom prst="curvedConnector2">
            <a:avLst/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4C72789-54BD-354F-CF3E-F949D566C620}"/>
                  </a:ext>
                </a:extLst>
              </p:cNvPr>
              <p:cNvSpPr txBox="1"/>
              <p:nvPr/>
            </p:nvSpPr>
            <p:spPr>
              <a:xfrm>
                <a:off x="1332363" y="2941120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</m:t>
                      </m:r>
                      <m:sSub>
                        <m:sSubPr>
                          <m:ctrlP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4C72789-54BD-354F-CF3E-F949D566C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363" y="2941120"/>
                <a:ext cx="403798" cy="307777"/>
              </a:xfrm>
              <a:prstGeom prst="rect">
                <a:avLst/>
              </a:prstGeom>
              <a:blipFill>
                <a:blip r:embed="rId6"/>
                <a:stretch>
                  <a:fillRect l="-16667" t="-1961" r="-27273" b="-196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1D72B05-E63C-0072-8997-14D13A50542E}"/>
                  </a:ext>
                </a:extLst>
              </p:cNvPr>
              <p:cNvSpPr txBox="1"/>
              <p:nvPr/>
            </p:nvSpPr>
            <p:spPr>
              <a:xfrm>
                <a:off x="726262" y="4214241"/>
                <a:ext cx="5458546" cy="42575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Ins="0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𝑊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𝑠𝑠𝑖𝑔𝑛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1D72B05-E63C-0072-8997-14D13A505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62" y="4214241"/>
                <a:ext cx="5458546" cy="425758"/>
              </a:xfrm>
              <a:prstGeom prst="rect">
                <a:avLst/>
              </a:prstGeom>
              <a:blipFill>
                <a:blip r:embed="rId7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F8524A8-868F-8C55-9ABC-EAABBBD18808}"/>
                  </a:ext>
                </a:extLst>
              </p:cNvPr>
              <p:cNvSpPr txBox="1"/>
              <p:nvPr/>
            </p:nvSpPr>
            <p:spPr>
              <a:xfrm>
                <a:off x="2081888" y="368791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F8524A8-868F-8C55-9ABC-EAABBBD18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888" y="3687913"/>
                <a:ext cx="403798" cy="307777"/>
              </a:xfrm>
              <a:prstGeom prst="rect">
                <a:avLst/>
              </a:prstGeom>
              <a:blipFill>
                <a:blip r:embed="rId8"/>
                <a:stretch>
                  <a:fillRect l="-7576" t="-4000" r="-16667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2360670-2165-55EE-AED2-61EC8477C3FC}"/>
                  </a:ext>
                </a:extLst>
              </p:cNvPr>
              <p:cNvSpPr txBox="1"/>
              <p:nvPr/>
            </p:nvSpPr>
            <p:spPr>
              <a:xfrm>
                <a:off x="3361435" y="368791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2360670-2165-55EE-AED2-61EC8477C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435" y="3687913"/>
                <a:ext cx="403798" cy="307777"/>
              </a:xfrm>
              <a:prstGeom prst="rect">
                <a:avLst/>
              </a:prstGeom>
              <a:blipFill>
                <a:blip r:embed="rId8"/>
                <a:stretch>
                  <a:fillRect l="-5970" t="-4000" r="-16418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7A824B2-ADB1-AE37-16E2-43D5DC18829C}"/>
                  </a:ext>
                </a:extLst>
              </p:cNvPr>
              <p:cNvSpPr txBox="1"/>
              <p:nvPr/>
            </p:nvSpPr>
            <p:spPr>
              <a:xfrm>
                <a:off x="828264" y="2062067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7A824B2-ADB1-AE37-16E2-43D5DC1882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64" y="2062067"/>
                <a:ext cx="403798" cy="307777"/>
              </a:xfrm>
              <a:prstGeom prst="rect">
                <a:avLst/>
              </a:prstGeom>
              <a:blipFill>
                <a:blip r:embed="rId5"/>
                <a:stretch>
                  <a:fillRect l="-6061" t="-1961" r="-16667" b="-196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2D8166A-8F79-C88E-8E14-F7B3FC9DFE91}"/>
                  </a:ext>
                </a:extLst>
              </p:cNvPr>
              <p:cNvSpPr txBox="1"/>
              <p:nvPr/>
            </p:nvSpPr>
            <p:spPr>
              <a:xfrm>
                <a:off x="4642028" y="205980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2D8166A-8F79-C88E-8E14-F7B3FC9DF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028" y="2059803"/>
                <a:ext cx="403798" cy="307777"/>
              </a:xfrm>
              <a:prstGeom prst="rect">
                <a:avLst/>
              </a:prstGeom>
              <a:blipFill>
                <a:blip r:embed="rId6"/>
                <a:stretch>
                  <a:fillRect l="-5970" t="-4000" r="-16418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3932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5D85E-C198-9159-8FD6-700A81979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0D74661-BCC9-7BF4-3D70-8E5AB5EDF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43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0E02F089-EBC1-A23E-0539-C16A7B853E8C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en-US" altLang="zh-CN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CFL-Reachability</a:t>
            </a:r>
            <a:r>
              <a:rPr lang="zh-CN" altLang="en-US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算法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8FB94F-7C40-3797-72DB-8262E3F819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r="22700"/>
          <a:stretch>
            <a:fillRect/>
          </a:stretch>
        </p:blipFill>
        <p:spPr>
          <a:xfrm>
            <a:off x="5860315" y="993370"/>
            <a:ext cx="5796449" cy="4426473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22F2CB87-68B2-4521-14A5-87706D5BE4A0}"/>
              </a:ext>
            </a:extLst>
          </p:cNvPr>
          <p:cNvSpPr/>
          <p:nvPr/>
        </p:nvSpPr>
        <p:spPr>
          <a:xfrm>
            <a:off x="1419493" y="2280250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2ADD003-1EC5-684D-1B16-2098AE3B7D27}"/>
              </a:ext>
            </a:extLst>
          </p:cNvPr>
          <p:cNvSpPr/>
          <p:nvPr/>
        </p:nvSpPr>
        <p:spPr>
          <a:xfrm>
            <a:off x="2153270" y="3048082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C3CFDAB-DB6B-C91E-7C82-8F3446E8D363}"/>
              </a:ext>
            </a:extLst>
          </p:cNvPr>
          <p:cNvSpPr/>
          <p:nvPr/>
        </p:nvSpPr>
        <p:spPr>
          <a:xfrm>
            <a:off x="4028242" y="2280250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6B4ADF3-59D6-EDD8-0795-D7732CFBD538}"/>
              </a:ext>
            </a:extLst>
          </p:cNvPr>
          <p:cNvCxnSpPr>
            <a:cxnSpLocks/>
            <a:stCxn id="13" idx="7"/>
            <a:endCxn id="8" idx="3"/>
          </p:cNvCxnSpPr>
          <p:nvPr/>
        </p:nvCxnSpPr>
        <p:spPr>
          <a:xfrm flipV="1">
            <a:off x="3634718" y="2624913"/>
            <a:ext cx="452659" cy="478149"/>
          </a:xfrm>
          <a:prstGeom prst="straightConnector1">
            <a:avLst/>
          </a:prstGeom>
          <a:ln w="19050">
            <a:solidFill>
              <a:srgbClr val="002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6B03EE1-8845-5E89-4C37-6BFABDC25BF2}"/>
              </a:ext>
            </a:extLst>
          </p:cNvPr>
          <p:cNvCxnSpPr>
            <a:cxnSpLocks/>
            <a:stCxn id="6" idx="5"/>
            <a:endCxn id="7" idx="1"/>
          </p:cNvCxnSpPr>
          <p:nvPr/>
        </p:nvCxnSpPr>
        <p:spPr>
          <a:xfrm>
            <a:off x="1764157" y="2624913"/>
            <a:ext cx="448248" cy="482303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70EB9C81-A91A-A6BC-FFA0-EC38AF96E244}"/>
              </a:ext>
            </a:extLst>
          </p:cNvPr>
          <p:cNvSpPr/>
          <p:nvPr/>
        </p:nvSpPr>
        <p:spPr>
          <a:xfrm>
            <a:off x="3290054" y="3043927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1F38998-275C-2ABE-6206-28F3F4C30822}"/>
              </a:ext>
            </a:extLst>
          </p:cNvPr>
          <p:cNvCxnSpPr>
            <a:cxnSpLocks/>
            <a:stCxn id="7" idx="6"/>
            <a:endCxn id="13" idx="2"/>
          </p:cNvCxnSpPr>
          <p:nvPr/>
        </p:nvCxnSpPr>
        <p:spPr>
          <a:xfrm flipV="1">
            <a:off x="2557068" y="3245827"/>
            <a:ext cx="732986" cy="415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F666A41-9E80-4FE5-FA32-3BA0AA1CBD66}"/>
                  </a:ext>
                </a:extLst>
              </p:cNvPr>
              <p:cNvSpPr txBox="1"/>
              <p:nvPr/>
            </p:nvSpPr>
            <p:spPr>
              <a:xfrm>
                <a:off x="726262" y="4214241"/>
                <a:ext cx="5458546" cy="42575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Ins="0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𝑊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𝑠𝑠𝑖𝑔𝑛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F666A41-9E80-4FE5-FA32-3BA0AA1CB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62" y="4214241"/>
                <a:ext cx="5458546" cy="425758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55F526D-AE93-0C48-87AC-054E272F7CD0}"/>
              </a:ext>
            </a:extLst>
          </p:cNvPr>
          <p:cNvSpPr/>
          <p:nvPr/>
        </p:nvSpPr>
        <p:spPr>
          <a:xfrm>
            <a:off x="5916078" y="4338733"/>
            <a:ext cx="4487553" cy="849086"/>
          </a:xfrm>
          <a:prstGeom prst="roundRect">
            <a:avLst>
              <a:gd name="adj" fmla="val 12902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ECE84C22-BAC4-9841-50A3-8D52F4FA2E2B}"/>
                  </a:ext>
                </a:extLst>
              </p:cNvPr>
              <p:cNvSpPr txBox="1"/>
              <p:nvPr/>
            </p:nvSpPr>
            <p:spPr>
              <a:xfrm>
                <a:off x="890798" y="955709"/>
                <a:ext cx="4699518" cy="7360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𝑟𝑒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𝑎𝑠𝑠𝑖𝑔𝑛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|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𝑐𝑎𝑙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ECE84C22-BAC4-9841-50A3-8D52F4FA2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798" y="955709"/>
                <a:ext cx="4699518" cy="7360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7A5E5448-FFD4-BB1A-8BED-5B540BF20CDD}"/>
              </a:ext>
            </a:extLst>
          </p:cNvPr>
          <p:cNvSpPr txBox="1"/>
          <p:nvPr/>
        </p:nvSpPr>
        <p:spPr>
          <a:xfrm>
            <a:off x="1563743" y="2735640"/>
            <a:ext cx="849075" cy="307777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call1</a:t>
            </a:r>
            <a:endParaRPr lang="zh-CN" altLang="en-US" sz="14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B1DF765-9B3F-544E-591A-EF2C166AC777}"/>
              </a:ext>
            </a:extLst>
          </p:cNvPr>
          <p:cNvSpPr txBox="1"/>
          <p:nvPr/>
        </p:nvSpPr>
        <p:spPr>
          <a:xfrm>
            <a:off x="3646918" y="2746764"/>
            <a:ext cx="683088" cy="307777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26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ret1</a:t>
            </a:r>
            <a:endParaRPr lang="zh-CN" altLang="en-US" sz="1400" dirty="0">
              <a:solidFill>
                <a:srgbClr val="0026FF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18A2671C-C16A-471B-459C-85D362F9689D}"/>
              </a:ext>
            </a:extLst>
          </p:cNvPr>
          <p:cNvCxnSpPr>
            <a:cxnSpLocks/>
            <a:stCxn id="7" idx="3"/>
            <a:endCxn id="7" idx="4"/>
          </p:cNvCxnSpPr>
          <p:nvPr/>
        </p:nvCxnSpPr>
        <p:spPr>
          <a:xfrm rot="16200000" flipH="1">
            <a:off x="2254220" y="3350930"/>
            <a:ext cx="59135" cy="142764"/>
          </a:xfrm>
          <a:prstGeom prst="curvedConnector3">
            <a:avLst>
              <a:gd name="adj1" fmla="val 533911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9A0D3124-BFD1-7FF6-4F83-BA22218CA0A2}"/>
              </a:ext>
            </a:extLst>
          </p:cNvPr>
          <p:cNvCxnSpPr>
            <a:cxnSpLocks/>
            <a:stCxn id="13" idx="4"/>
            <a:endCxn id="13" idx="5"/>
          </p:cNvCxnSpPr>
          <p:nvPr/>
        </p:nvCxnSpPr>
        <p:spPr>
          <a:xfrm rot="5400000" flipH="1" flipV="1">
            <a:off x="3533767" y="3346776"/>
            <a:ext cx="59135" cy="142764"/>
          </a:xfrm>
          <a:prstGeom prst="curvedConnector3">
            <a:avLst>
              <a:gd name="adj1" fmla="val -3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73FF7A4D-A310-B715-7592-17BDEE26E879}"/>
              </a:ext>
            </a:extLst>
          </p:cNvPr>
          <p:cNvCxnSpPr>
            <a:cxnSpLocks/>
            <a:stCxn id="6" idx="1"/>
            <a:endCxn id="6" idx="2"/>
          </p:cNvCxnSpPr>
          <p:nvPr/>
        </p:nvCxnSpPr>
        <p:spPr>
          <a:xfrm rot="16200000" flipH="1" flipV="1">
            <a:off x="1377679" y="2381199"/>
            <a:ext cx="142764" cy="59135"/>
          </a:xfrm>
          <a:prstGeom prst="curvedConnector4">
            <a:avLst>
              <a:gd name="adj1" fmla="val -142724"/>
              <a:gd name="adj2" fmla="val 4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E4FEF1DE-D374-A6F1-4586-69843F1AF481}"/>
              </a:ext>
            </a:extLst>
          </p:cNvPr>
          <p:cNvCxnSpPr>
            <a:cxnSpLocks/>
            <a:stCxn id="8" idx="7"/>
            <a:endCxn id="8" idx="6"/>
          </p:cNvCxnSpPr>
          <p:nvPr/>
        </p:nvCxnSpPr>
        <p:spPr>
          <a:xfrm rot="16200000" flipH="1">
            <a:off x="4331090" y="2381200"/>
            <a:ext cx="142764" cy="59135"/>
          </a:xfrm>
          <a:prstGeom prst="curvedConnector4">
            <a:avLst>
              <a:gd name="adj1" fmla="val -149260"/>
              <a:gd name="adj2" fmla="val 4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0E9A893-F5E8-4BD8-3F7F-53C8612F615A}"/>
                  </a:ext>
                </a:extLst>
              </p:cNvPr>
              <p:cNvSpPr txBox="1"/>
              <p:nvPr/>
            </p:nvSpPr>
            <p:spPr>
              <a:xfrm>
                <a:off x="735394" y="4857491"/>
                <a:ext cx="2142125" cy="42575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:r>
                  <a:rPr lang="en-US" altLang="zh-CN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Processing: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𝑎𝑙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𝑙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0E9A893-F5E8-4BD8-3F7F-53C8612F6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94" y="4857491"/>
                <a:ext cx="2142125" cy="425758"/>
              </a:xfrm>
              <a:prstGeom prst="rect">
                <a:avLst/>
              </a:prstGeom>
              <a:blipFill>
                <a:blip r:embed="rId6"/>
                <a:stretch>
                  <a:fillRect l="-2564" b="-2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C0529664-A77E-0737-4767-8FA9E50A1DCD}"/>
              </a:ext>
            </a:extLst>
          </p:cNvPr>
          <p:cNvCxnSpPr>
            <a:cxnSpLocks/>
            <a:stCxn id="6" idx="3"/>
            <a:endCxn id="7" idx="2"/>
          </p:cNvCxnSpPr>
          <p:nvPr/>
        </p:nvCxnSpPr>
        <p:spPr>
          <a:xfrm rot="16200000" flipH="1">
            <a:off x="1503415" y="2600126"/>
            <a:ext cx="625068" cy="674642"/>
          </a:xfrm>
          <a:prstGeom prst="curvedConnector2">
            <a:avLst/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B3AA70E-6BBF-E7FB-E5EB-1BFF7483A1D4}"/>
                  </a:ext>
                </a:extLst>
              </p:cNvPr>
              <p:cNvSpPr txBox="1"/>
              <p:nvPr/>
            </p:nvSpPr>
            <p:spPr>
              <a:xfrm>
                <a:off x="1332363" y="2941120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</m:t>
                      </m:r>
                      <m:sSub>
                        <m:sSubPr>
                          <m:ctrlP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B3AA70E-6BBF-E7FB-E5EB-1BFF7483A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363" y="2941120"/>
                <a:ext cx="403798" cy="307777"/>
              </a:xfrm>
              <a:prstGeom prst="rect">
                <a:avLst/>
              </a:prstGeom>
              <a:blipFill>
                <a:blip r:embed="rId7"/>
                <a:stretch>
                  <a:fillRect l="-16667" t="-1961" r="-27273" b="-196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7C1E6EC-94B1-1D80-B00C-F951B61E7B3B}"/>
                  </a:ext>
                </a:extLst>
              </p:cNvPr>
              <p:cNvSpPr txBox="1"/>
              <p:nvPr/>
            </p:nvSpPr>
            <p:spPr>
              <a:xfrm>
                <a:off x="2081888" y="368791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7C1E6EC-94B1-1D80-B00C-F951B61E7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888" y="3687913"/>
                <a:ext cx="403798" cy="307777"/>
              </a:xfrm>
              <a:prstGeom prst="rect">
                <a:avLst/>
              </a:prstGeom>
              <a:blipFill>
                <a:blip r:embed="rId8"/>
                <a:stretch>
                  <a:fillRect l="-7576" t="-4000" r="-16667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52A940F-C747-E37E-AA95-237668DA90C2}"/>
                  </a:ext>
                </a:extLst>
              </p:cNvPr>
              <p:cNvSpPr txBox="1"/>
              <p:nvPr/>
            </p:nvSpPr>
            <p:spPr>
              <a:xfrm>
                <a:off x="3361435" y="368791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52A940F-C747-E37E-AA95-237668DA9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435" y="3687913"/>
                <a:ext cx="403798" cy="307777"/>
              </a:xfrm>
              <a:prstGeom prst="rect">
                <a:avLst/>
              </a:prstGeom>
              <a:blipFill>
                <a:blip r:embed="rId8"/>
                <a:stretch>
                  <a:fillRect l="-5970" t="-4000" r="-16418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E9D0EF3-11B5-75BA-6458-92E4391E2D7B}"/>
                  </a:ext>
                </a:extLst>
              </p:cNvPr>
              <p:cNvSpPr txBox="1"/>
              <p:nvPr/>
            </p:nvSpPr>
            <p:spPr>
              <a:xfrm>
                <a:off x="828264" y="2062067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E9D0EF3-11B5-75BA-6458-92E4391E2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64" y="2062067"/>
                <a:ext cx="403798" cy="307777"/>
              </a:xfrm>
              <a:prstGeom prst="rect">
                <a:avLst/>
              </a:prstGeom>
              <a:blipFill>
                <a:blip r:embed="rId6"/>
                <a:stretch>
                  <a:fillRect l="-6061" t="-1961" r="-16667" b="-196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0B60E0B-FE7E-55EE-05F6-1106FBC27202}"/>
                  </a:ext>
                </a:extLst>
              </p:cNvPr>
              <p:cNvSpPr txBox="1"/>
              <p:nvPr/>
            </p:nvSpPr>
            <p:spPr>
              <a:xfrm>
                <a:off x="4642028" y="205980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0B60E0B-FE7E-55EE-05F6-1106FBC27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028" y="2059803"/>
                <a:ext cx="403798" cy="307777"/>
              </a:xfrm>
              <a:prstGeom prst="rect">
                <a:avLst/>
              </a:prstGeom>
              <a:blipFill>
                <a:blip r:embed="rId7"/>
                <a:stretch>
                  <a:fillRect l="-5970" t="-4000" r="-16418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8768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767C1-C0B4-39DE-F35D-401227988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418C345-7E12-37BB-B265-1BD9CA643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44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6CF44B4E-50ED-824A-89AC-1945C836AD3C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en-US" altLang="zh-CN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CFL-Reachability</a:t>
            </a:r>
            <a:r>
              <a:rPr lang="zh-CN" altLang="en-US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算法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23C8C7-9502-AAD4-A457-7A8F8B897B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r="22700"/>
          <a:stretch>
            <a:fillRect/>
          </a:stretch>
        </p:blipFill>
        <p:spPr>
          <a:xfrm>
            <a:off x="5860315" y="993370"/>
            <a:ext cx="5796449" cy="4426473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ED7114D5-23DB-5D72-590E-1EBF70CF8628}"/>
              </a:ext>
            </a:extLst>
          </p:cNvPr>
          <p:cNvSpPr/>
          <p:nvPr/>
        </p:nvSpPr>
        <p:spPr>
          <a:xfrm>
            <a:off x="1419493" y="2280250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4130676-21AD-93C7-14E6-761A884354DF}"/>
              </a:ext>
            </a:extLst>
          </p:cNvPr>
          <p:cNvSpPr/>
          <p:nvPr/>
        </p:nvSpPr>
        <p:spPr>
          <a:xfrm>
            <a:off x="2153270" y="3048082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B4B072B-C3F2-B3E5-FB12-91AA12D1656C}"/>
              </a:ext>
            </a:extLst>
          </p:cNvPr>
          <p:cNvSpPr/>
          <p:nvPr/>
        </p:nvSpPr>
        <p:spPr>
          <a:xfrm>
            <a:off x="4028242" y="2280250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BFD8B29-3445-4D2A-2D12-424F9CCD8587}"/>
              </a:ext>
            </a:extLst>
          </p:cNvPr>
          <p:cNvCxnSpPr>
            <a:cxnSpLocks/>
            <a:stCxn id="13" idx="7"/>
            <a:endCxn id="8" idx="3"/>
          </p:cNvCxnSpPr>
          <p:nvPr/>
        </p:nvCxnSpPr>
        <p:spPr>
          <a:xfrm flipV="1">
            <a:off x="3634718" y="2624913"/>
            <a:ext cx="452659" cy="478149"/>
          </a:xfrm>
          <a:prstGeom prst="straightConnector1">
            <a:avLst/>
          </a:prstGeom>
          <a:ln w="19050">
            <a:solidFill>
              <a:srgbClr val="002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3C9772A-C093-6568-6F79-5293D18C965F}"/>
              </a:ext>
            </a:extLst>
          </p:cNvPr>
          <p:cNvCxnSpPr>
            <a:cxnSpLocks/>
            <a:stCxn id="6" idx="5"/>
            <a:endCxn id="7" idx="1"/>
          </p:cNvCxnSpPr>
          <p:nvPr/>
        </p:nvCxnSpPr>
        <p:spPr>
          <a:xfrm>
            <a:off x="1764157" y="2624913"/>
            <a:ext cx="448248" cy="482303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C1D15D8D-B840-3992-BCC5-1C0E4764CE03}"/>
              </a:ext>
            </a:extLst>
          </p:cNvPr>
          <p:cNvSpPr/>
          <p:nvPr/>
        </p:nvSpPr>
        <p:spPr>
          <a:xfrm>
            <a:off x="3290054" y="3043927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6E0B8C8-F0F7-B9DE-9833-8DC00C987CD8}"/>
              </a:ext>
            </a:extLst>
          </p:cNvPr>
          <p:cNvCxnSpPr>
            <a:cxnSpLocks/>
            <a:stCxn id="7" idx="6"/>
            <a:endCxn id="13" idx="2"/>
          </p:cNvCxnSpPr>
          <p:nvPr/>
        </p:nvCxnSpPr>
        <p:spPr>
          <a:xfrm flipV="1">
            <a:off x="2557068" y="3245827"/>
            <a:ext cx="732986" cy="415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EA6ADDA-EEC7-B1A8-C662-672C7C464B57}"/>
              </a:ext>
            </a:extLst>
          </p:cNvPr>
          <p:cNvSpPr/>
          <p:nvPr/>
        </p:nvSpPr>
        <p:spPr>
          <a:xfrm>
            <a:off x="5916078" y="2684048"/>
            <a:ext cx="4487553" cy="2503771"/>
          </a:xfrm>
          <a:prstGeom prst="roundRect">
            <a:avLst>
              <a:gd name="adj" fmla="val 358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A7D1B23E-D10E-1AF8-A76D-EA48C10E427C}"/>
                  </a:ext>
                </a:extLst>
              </p:cNvPr>
              <p:cNvSpPr txBox="1"/>
              <p:nvPr/>
            </p:nvSpPr>
            <p:spPr>
              <a:xfrm>
                <a:off x="890798" y="955709"/>
                <a:ext cx="4699518" cy="7360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𝑟𝑒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𝑎𝑠𝑠𝑖𝑔𝑛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|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𝑐𝑎𝑙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A7D1B23E-D10E-1AF8-A76D-EA48C10E4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798" y="955709"/>
                <a:ext cx="4699518" cy="7360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DD8AFE2F-1B5C-92E5-03A2-57549B30CC3B}"/>
              </a:ext>
            </a:extLst>
          </p:cNvPr>
          <p:cNvSpPr txBox="1"/>
          <p:nvPr/>
        </p:nvSpPr>
        <p:spPr>
          <a:xfrm>
            <a:off x="1563743" y="2735640"/>
            <a:ext cx="849075" cy="307777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call1</a:t>
            </a:r>
            <a:endParaRPr lang="zh-CN" altLang="en-US" sz="14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23094C1-46A7-E860-F43A-078A8D88DCD7}"/>
              </a:ext>
            </a:extLst>
          </p:cNvPr>
          <p:cNvSpPr txBox="1"/>
          <p:nvPr/>
        </p:nvSpPr>
        <p:spPr>
          <a:xfrm>
            <a:off x="3646918" y="2746764"/>
            <a:ext cx="683088" cy="307777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26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ret1</a:t>
            </a:r>
            <a:endParaRPr lang="zh-CN" altLang="en-US" sz="1400" dirty="0">
              <a:solidFill>
                <a:srgbClr val="0026FF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D4A51577-1133-E643-1C13-CCDFB7972167}"/>
              </a:ext>
            </a:extLst>
          </p:cNvPr>
          <p:cNvCxnSpPr>
            <a:cxnSpLocks/>
            <a:stCxn id="7" idx="3"/>
            <a:endCxn id="7" idx="4"/>
          </p:cNvCxnSpPr>
          <p:nvPr/>
        </p:nvCxnSpPr>
        <p:spPr>
          <a:xfrm rot="16200000" flipH="1">
            <a:off x="2254220" y="3350930"/>
            <a:ext cx="59135" cy="142764"/>
          </a:xfrm>
          <a:prstGeom prst="curvedConnector3">
            <a:avLst>
              <a:gd name="adj1" fmla="val 533911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AF615D1-220C-4FBC-C566-71A911811AB1}"/>
                  </a:ext>
                </a:extLst>
              </p:cNvPr>
              <p:cNvSpPr txBox="1"/>
              <p:nvPr/>
            </p:nvSpPr>
            <p:spPr>
              <a:xfrm>
                <a:off x="2081888" y="368791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AF615D1-220C-4FBC-C566-71A911811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888" y="3687913"/>
                <a:ext cx="403798" cy="307777"/>
              </a:xfrm>
              <a:prstGeom prst="rect">
                <a:avLst/>
              </a:prstGeom>
              <a:blipFill>
                <a:blip r:embed="rId5"/>
                <a:stretch>
                  <a:fillRect l="-7576" t="-4000" r="-16667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6F296C27-0E29-6F56-77C9-951034AE8CF1}"/>
              </a:ext>
            </a:extLst>
          </p:cNvPr>
          <p:cNvCxnSpPr>
            <a:cxnSpLocks/>
            <a:stCxn id="13" idx="4"/>
            <a:endCxn id="13" idx="5"/>
          </p:cNvCxnSpPr>
          <p:nvPr/>
        </p:nvCxnSpPr>
        <p:spPr>
          <a:xfrm rot="5400000" flipH="1" flipV="1">
            <a:off x="3533767" y="3346776"/>
            <a:ext cx="59135" cy="142764"/>
          </a:xfrm>
          <a:prstGeom prst="curvedConnector3">
            <a:avLst>
              <a:gd name="adj1" fmla="val -3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FF1CBFD-074C-73F8-CC5F-45C000E8CC14}"/>
                  </a:ext>
                </a:extLst>
              </p:cNvPr>
              <p:cNvSpPr txBox="1"/>
              <p:nvPr/>
            </p:nvSpPr>
            <p:spPr>
              <a:xfrm>
                <a:off x="3361435" y="368791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FF1CBFD-074C-73F8-CC5F-45C000E8C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435" y="3687913"/>
                <a:ext cx="403798" cy="307777"/>
              </a:xfrm>
              <a:prstGeom prst="rect">
                <a:avLst/>
              </a:prstGeom>
              <a:blipFill>
                <a:blip r:embed="rId5"/>
                <a:stretch>
                  <a:fillRect l="-5970" t="-4000" r="-16418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94FFAC23-6A15-E6DE-1398-B34E746B368E}"/>
              </a:ext>
            </a:extLst>
          </p:cNvPr>
          <p:cNvCxnSpPr>
            <a:cxnSpLocks/>
            <a:stCxn id="6" idx="1"/>
            <a:endCxn id="6" idx="2"/>
          </p:cNvCxnSpPr>
          <p:nvPr/>
        </p:nvCxnSpPr>
        <p:spPr>
          <a:xfrm rot="16200000" flipH="1" flipV="1">
            <a:off x="1377679" y="2381199"/>
            <a:ext cx="142764" cy="59135"/>
          </a:xfrm>
          <a:prstGeom prst="curvedConnector4">
            <a:avLst>
              <a:gd name="adj1" fmla="val -142724"/>
              <a:gd name="adj2" fmla="val 4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F54CEAD-0720-9D4D-FB76-4EC1C9AE6BB7}"/>
                  </a:ext>
                </a:extLst>
              </p:cNvPr>
              <p:cNvSpPr txBox="1"/>
              <p:nvPr/>
            </p:nvSpPr>
            <p:spPr>
              <a:xfrm>
                <a:off x="828264" y="2062067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F54CEAD-0720-9D4D-FB76-4EC1C9AE6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64" y="2062067"/>
                <a:ext cx="403798" cy="307777"/>
              </a:xfrm>
              <a:prstGeom prst="rect">
                <a:avLst/>
              </a:prstGeom>
              <a:blipFill>
                <a:blip r:embed="rId6"/>
                <a:stretch>
                  <a:fillRect l="-6061" t="-1961" r="-16667" b="-196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E6566B53-42EF-3592-8C56-E920264E59E4}"/>
              </a:ext>
            </a:extLst>
          </p:cNvPr>
          <p:cNvCxnSpPr>
            <a:cxnSpLocks/>
            <a:stCxn id="8" idx="7"/>
            <a:endCxn id="8" idx="6"/>
          </p:cNvCxnSpPr>
          <p:nvPr/>
        </p:nvCxnSpPr>
        <p:spPr>
          <a:xfrm rot="16200000" flipH="1">
            <a:off x="4331090" y="2381200"/>
            <a:ext cx="142764" cy="59135"/>
          </a:xfrm>
          <a:prstGeom prst="curvedConnector4">
            <a:avLst>
              <a:gd name="adj1" fmla="val -149260"/>
              <a:gd name="adj2" fmla="val 4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4AFBE67-09FD-EBF0-425D-AB82088942E4}"/>
                  </a:ext>
                </a:extLst>
              </p:cNvPr>
              <p:cNvSpPr txBox="1"/>
              <p:nvPr/>
            </p:nvSpPr>
            <p:spPr>
              <a:xfrm>
                <a:off x="4642028" y="205980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4AFBE67-09FD-EBF0-425D-AB8208894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028" y="2059803"/>
                <a:ext cx="403798" cy="307777"/>
              </a:xfrm>
              <a:prstGeom prst="rect">
                <a:avLst/>
              </a:prstGeom>
              <a:blipFill>
                <a:blip r:embed="rId7"/>
                <a:stretch>
                  <a:fillRect l="-5970" t="-4000" r="-16418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4924EB1-FA30-7C44-8D01-A8E5C65090D1}"/>
                  </a:ext>
                </a:extLst>
              </p:cNvPr>
              <p:cNvSpPr txBox="1"/>
              <p:nvPr/>
            </p:nvSpPr>
            <p:spPr>
              <a:xfrm>
                <a:off x="735394" y="4857491"/>
                <a:ext cx="2164632" cy="42575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:r>
                  <a:rPr lang="en-US" altLang="zh-CN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Processing: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𝑠𝑠𝑖𝑔𝑛</m:t>
                        </m:r>
                      </m:e>
                    </m:groupCh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</m:oMath>
                </a14:m>
                <a:endParaRPr lang="en-US" altLang="zh-CN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4924EB1-FA30-7C44-8D01-A8E5C6509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94" y="4857491"/>
                <a:ext cx="2164632" cy="425758"/>
              </a:xfrm>
              <a:prstGeom prst="rect">
                <a:avLst/>
              </a:prstGeom>
              <a:blipFill>
                <a:blip r:embed="rId8"/>
                <a:stretch>
                  <a:fillRect l="-2535" b="-2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1354E2F8-1667-D2C7-8BD9-491CF7A75440}"/>
              </a:ext>
            </a:extLst>
          </p:cNvPr>
          <p:cNvCxnSpPr>
            <a:cxnSpLocks/>
            <a:stCxn id="6" idx="3"/>
            <a:endCxn id="7" idx="2"/>
          </p:cNvCxnSpPr>
          <p:nvPr/>
        </p:nvCxnSpPr>
        <p:spPr>
          <a:xfrm rot="16200000" flipH="1">
            <a:off x="1503415" y="2600126"/>
            <a:ext cx="625068" cy="674642"/>
          </a:xfrm>
          <a:prstGeom prst="curvedConnector2">
            <a:avLst/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4EA9EAA-E1FB-21D1-C148-AD2F122758DA}"/>
                  </a:ext>
                </a:extLst>
              </p:cNvPr>
              <p:cNvSpPr txBox="1"/>
              <p:nvPr/>
            </p:nvSpPr>
            <p:spPr>
              <a:xfrm>
                <a:off x="1332363" y="2941120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</m:t>
                      </m:r>
                      <m:sSub>
                        <m:sSubPr>
                          <m:ctrlP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4EA9EAA-E1FB-21D1-C148-AD2F12275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363" y="2941120"/>
                <a:ext cx="403798" cy="307777"/>
              </a:xfrm>
              <a:prstGeom prst="rect">
                <a:avLst/>
              </a:prstGeom>
              <a:blipFill>
                <a:blip r:embed="rId9"/>
                <a:stretch>
                  <a:fillRect l="-16667" t="-1961" r="-27273" b="-196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22C9991-CBB7-EA5A-E3BD-FDB181F9C8F1}"/>
                  </a:ext>
                </a:extLst>
              </p:cNvPr>
              <p:cNvSpPr txBox="1"/>
              <p:nvPr/>
            </p:nvSpPr>
            <p:spPr>
              <a:xfrm>
                <a:off x="726262" y="4214241"/>
                <a:ext cx="5153590" cy="3952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Ins="0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𝑊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22C9991-CBB7-EA5A-E3BD-FDB181F9C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62" y="4214241"/>
                <a:ext cx="5153590" cy="395236"/>
              </a:xfrm>
              <a:prstGeom prst="rect">
                <a:avLst/>
              </a:prstGeom>
              <a:blipFill>
                <a:blip r:embed="rId10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486391AA-88E5-AF81-9321-75A177A90429}"/>
              </a:ext>
            </a:extLst>
          </p:cNvPr>
          <p:cNvCxnSpPr>
            <a:cxnSpLocks/>
            <a:stCxn id="7" idx="5"/>
            <a:endCxn id="13" idx="3"/>
          </p:cNvCxnSpPr>
          <p:nvPr/>
        </p:nvCxnSpPr>
        <p:spPr>
          <a:xfrm rot="5400000" flipH="1" flipV="1">
            <a:off x="2921483" y="2965040"/>
            <a:ext cx="4155" cy="851256"/>
          </a:xfrm>
          <a:prstGeom prst="curvedConnector3">
            <a:avLst>
              <a:gd name="adj1" fmla="val -692503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0B2AA6A-9B7E-88E7-16EF-A8679BBE91EA}"/>
                  </a:ext>
                </a:extLst>
              </p:cNvPr>
              <p:cNvSpPr txBox="1"/>
              <p:nvPr/>
            </p:nvSpPr>
            <p:spPr>
              <a:xfrm>
                <a:off x="2789615" y="3692577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0B2AA6A-9B7E-88E7-16EF-A8679BBE9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615" y="3692577"/>
                <a:ext cx="403798" cy="307777"/>
              </a:xfrm>
              <a:prstGeom prst="rect">
                <a:avLst/>
              </a:prstGeom>
              <a:blipFill>
                <a:blip r:embed="rId7"/>
                <a:stretch>
                  <a:fillRect l="-7576" t="-4000" r="-16667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3606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5847-9FCF-D9F9-C62C-C95AEE2A7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4C16CAB-0BD1-D7E9-9548-1B3AD994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45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C8B32D79-0D75-8EB1-6AF8-4430A23743AD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en-US" altLang="zh-CN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CFL-Reachability</a:t>
            </a:r>
            <a:r>
              <a:rPr lang="zh-CN" altLang="en-US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算法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1C013A7-7E52-D181-9F83-9D6F32D312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r="22700"/>
          <a:stretch>
            <a:fillRect/>
          </a:stretch>
        </p:blipFill>
        <p:spPr>
          <a:xfrm>
            <a:off x="5860315" y="993370"/>
            <a:ext cx="5796449" cy="4426473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5A4DFD50-D1DD-373F-A70F-D80B8DAE9B94}"/>
              </a:ext>
            </a:extLst>
          </p:cNvPr>
          <p:cNvSpPr/>
          <p:nvPr/>
        </p:nvSpPr>
        <p:spPr>
          <a:xfrm>
            <a:off x="1419493" y="2280250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895C75C-EBCB-94A3-491C-5B2F55412C42}"/>
              </a:ext>
            </a:extLst>
          </p:cNvPr>
          <p:cNvSpPr/>
          <p:nvPr/>
        </p:nvSpPr>
        <p:spPr>
          <a:xfrm>
            <a:off x="2153270" y="3048082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DB8B6A2-5AFA-7A96-1541-E2ADF058A60B}"/>
              </a:ext>
            </a:extLst>
          </p:cNvPr>
          <p:cNvSpPr/>
          <p:nvPr/>
        </p:nvSpPr>
        <p:spPr>
          <a:xfrm>
            <a:off x="4028242" y="2280250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9649731-D73B-7FF1-4006-0763E27F0FDB}"/>
              </a:ext>
            </a:extLst>
          </p:cNvPr>
          <p:cNvCxnSpPr>
            <a:cxnSpLocks/>
            <a:stCxn id="13" idx="7"/>
            <a:endCxn id="8" idx="3"/>
          </p:cNvCxnSpPr>
          <p:nvPr/>
        </p:nvCxnSpPr>
        <p:spPr>
          <a:xfrm flipV="1">
            <a:off x="3634718" y="2624913"/>
            <a:ext cx="452659" cy="478149"/>
          </a:xfrm>
          <a:prstGeom prst="straightConnector1">
            <a:avLst/>
          </a:prstGeom>
          <a:ln w="19050">
            <a:solidFill>
              <a:srgbClr val="002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91F41DF-F6B7-9B6C-811D-A9F081B41FC5}"/>
              </a:ext>
            </a:extLst>
          </p:cNvPr>
          <p:cNvCxnSpPr>
            <a:cxnSpLocks/>
            <a:stCxn id="6" idx="5"/>
            <a:endCxn id="7" idx="1"/>
          </p:cNvCxnSpPr>
          <p:nvPr/>
        </p:nvCxnSpPr>
        <p:spPr>
          <a:xfrm>
            <a:off x="1764157" y="2624913"/>
            <a:ext cx="448248" cy="482303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842BD4DF-5166-1D87-031C-24857B29559E}"/>
              </a:ext>
            </a:extLst>
          </p:cNvPr>
          <p:cNvSpPr/>
          <p:nvPr/>
        </p:nvSpPr>
        <p:spPr>
          <a:xfrm>
            <a:off x="3290054" y="3043927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33FF394-3B0B-C25C-AC85-11FAB9256FD5}"/>
              </a:ext>
            </a:extLst>
          </p:cNvPr>
          <p:cNvCxnSpPr>
            <a:cxnSpLocks/>
            <a:stCxn id="7" idx="6"/>
            <a:endCxn id="13" idx="2"/>
          </p:cNvCxnSpPr>
          <p:nvPr/>
        </p:nvCxnSpPr>
        <p:spPr>
          <a:xfrm flipV="1">
            <a:off x="2557068" y="3245827"/>
            <a:ext cx="732986" cy="415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2A935E7-76B5-CF3A-FDA0-41BEEFFD1633}"/>
              </a:ext>
            </a:extLst>
          </p:cNvPr>
          <p:cNvSpPr/>
          <p:nvPr/>
        </p:nvSpPr>
        <p:spPr>
          <a:xfrm>
            <a:off x="5916078" y="2684048"/>
            <a:ext cx="4487553" cy="2503771"/>
          </a:xfrm>
          <a:prstGeom prst="roundRect">
            <a:avLst>
              <a:gd name="adj" fmla="val 358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92F0A6C-D5B6-C6D2-0290-58078BD41918}"/>
                  </a:ext>
                </a:extLst>
              </p:cNvPr>
              <p:cNvSpPr txBox="1"/>
              <p:nvPr/>
            </p:nvSpPr>
            <p:spPr>
              <a:xfrm>
                <a:off x="890798" y="955709"/>
                <a:ext cx="4699518" cy="7360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𝑟𝑒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𝑎𝑠𝑠𝑖𝑔𝑛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|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𝑐𝑎𝑙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92F0A6C-D5B6-C6D2-0290-58078BD41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798" y="955709"/>
                <a:ext cx="4699518" cy="7360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EEDD8CA5-4396-5BC1-1E18-6E789BE727BF}"/>
              </a:ext>
            </a:extLst>
          </p:cNvPr>
          <p:cNvSpPr txBox="1"/>
          <p:nvPr/>
        </p:nvSpPr>
        <p:spPr>
          <a:xfrm>
            <a:off x="1563743" y="2735640"/>
            <a:ext cx="849075" cy="307777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call1</a:t>
            </a:r>
            <a:endParaRPr lang="zh-CN" altLang="en-US" sz="14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BDEC498-01BA-F852-7BE3-AA950BA508E6}"/>
              </a:ext>
            </a:extLst>
          </p:cNvPr>
          <p:cNvSpPr txBox="1"/>
          <p:nvPr/>
        </p:nvSpPr>
        <p:spPr>
          <a:xfrm>
            <a:off x="3646918" y="2746764"/>
            <a:ext cx="683088" cy="307777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26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ret1</a:t>
            </a:r>
            <a:endParaRPr lang="zh-CN" altLang="en-US" sz="1400" dirty="0">
              <a:solidFill>
                <a:srgbClr val="0026FF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FEB9C3B3-29CC-B261-681B-0896BF256B27}"/>
              </a:ext>
            </a:extLst>
          </p:cNvPr>
          <p:cNvCxnSpPr>
            <a:cxnSpLocks/>
            <a:stCxn id="7" idx="3"/>
            <a:endCxn id="7" idx="4"/>
          </p:cNvCxnSpPr>
          <p:nvPr/>
        </p:nvCxnSpPr>
        <p:spPr>
          <a:xfrm rot="16200000" flipH="1">
            <a:off x="2254220" y="3350930"/>
            <a:ext cx="59135" cy="142764"/>
          </a:xfrm>
          <a:prstGeom prst="curvedConnector3">
            <a:avLst>
              <a:gd name="adj1" fmla="val 533911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C26524E-AD75-3BF9-27C0-2D2039DE9BB4}"/>
                  </a:ext>
                </a:extLst>
              </p:cNvPr>
              <p:cNvSpPr txBox="1"/>
              <p:nvPr/>
            </p:nvSpPr>
            <p:spPr>
              <a:xfrm>
                <a:off x="2081888" y="368791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C26524E-AD75-3BF9-27C0-2D2039DE9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888" y="3687913"/>
                <a:ext cx="403798" cy="307777"/>
              </a:xfrm>
              <a:prstGeom prst="rect">
                <a:avLst/>
              </a:prstGeom>
              <a:blipFill>
                <a:blip r:embed="rId5"/>
                <a:stretch>
                  <a:fillRect l="-7576" t="-4000" r="-16667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8175DB08-C59F-1A4C-C601-17C0919C2E6B}"/>
              </a:ext>
            </a:extLst>
          </p:cNvPr>
          <p:cNvCxnSpPr>
            <a:cxnSpLocks/>
            <a:stCxn id="13" idx="4"/>
            <a:endCxn id="13" idx="5"/>
          </p:cNvCxnSpPr>
          <p:nvPr/>
        </p:nvCxnSpPr>
        <p:spPr>
          <a:xfrm rot="5400000" flipH="1" flipV="1">
            <a:off x="3533767" y="3346776"/>
            <a:ext cx="59135" cy="142764"/>
          </a:xfrm>
          <a:prstGeom prst="curvedConnector3">
            <a:avLst>
              <a:gd name="adj1" fmla="val -3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DAA3C0B-33CB-7462-AC7F-87648DCB0356}"/>
                  </a:ext>
                </a:extLst>
              </p:cNvPr>
              <p:cNvSpPr txBox="1"/>
              <p:nvPr/>
            </p:nvSpPr>
            <p:spPr>
              <a:xfrm>
                <a:off x="3361435" y="368791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DAA3C0B-33CB-7462-AC7F-87648DCB0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435" y="3687913"/>
                <a:ext cx="403798" cy="307777"/>
              </a:xfrm>
              <a:prstGeom prst="rect">
                <a:avLst/>
              </a:prstGeom>
              <a:blipFill>
                <a:blip r:embed="rId5"/>
                <a:stretch>
                  <a:fillRect l="-5970" t="-4000" r="-16418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0CE199A6-33E7-E29B-0692-2FEA2B6B3C8E}"/>
              </a:ext>
            </a:extLst>
          </p:cNvPr>
          <p:cNvCxnSpPr>
            <a:cxnSpLocks/>
            <a:stCxn id="6" idx="1"/>
            <a:endCxn id="6" idx="2"/>
          </p:cNvCxnSpPr>
          <p:nvPr/>
        </p:nvCxnSpPr>
        <p:spPr>
          <a:xfrm rot="16200000" flipH="1" flipV="1">
            <a:off x="1377679" y="2381199"/>
            <a:ext cx="142764" cy="59135"/>
          </a:xfrm>
          <a:prstGeom prst="curvedConnector4">
            <a:avLst>
              <a:gd name="adj1" fmla="val -142724"/>
              <a:gd name="adj2" fmla="val 4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3E30D84-619E-FDE5-A706-7CBC4060B845}"/>
                  </a:ext>
                </a:extLst>
              </p:cNvPr>
              <p:cNvSpPr txBox="1"/>
              <p:nvPr/>
            </p:nvSpPr>
            <p:spPr>
              <a:xfrm>
                <a:off x="828264" y="2062067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3E30D84-619E-FDE5-A706-7CBC4060B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64" y="2062067"/>
                <a:ext cx="403798" cy="307777"/>
              </a:xfrm>
              <a:prstGeom prst="rect">
                <a:avLst/>
              </a:prstGeom>
              <a:blipFill>
                <a:blip r:embed="rId6"/>
                <a:stretch>
                  <a:fillRect l="-6061" t="-1961" r="-16667" b="-196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9C63B52C-097D-7851-F1A1-CCBC29FCC3A7}"/>
              </a:ext>
            </a:extLst>
          </p:cNvPr>
          <p:cNvCxnSpPr>
            <a:cxnSpLocks/>
            <a:stCxn id="8" idx="7"/>
            <a:endCxn id="8" idx="6"/>
          </p:cNvCxnSpPr>
          <p:nvPr/>
        </p:nvCxnSpPr>
        <p:spPr>
          <a:xfrm rot="16200000" flipH="1">
            <a:off x="4331090" y="2381200"/>
            <a:ext cx="142764" cy="59135"/>
          </a:xfrm>
          <a:prstGeom prst="curvedConnector4">
            <a:avLst>
              <a:gd name="adj1" fmla="val -149260"/>
              <a:gd name="adj2" fmla="val 4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6E6D160-9A32-0B1F-E36C-5118FD38FA03}"/>
                  </a:ext>
                </a:extLst>
              </p:cNvPr>
              <p:cNvSpPr txBox="1"/>
              <p:nvPr/>
            </p:nvSpPr>
            <p:spPr>
              <a:xfrm>
                <a:off x="4642028" y="205980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6E6D160-9A32-0B1F-E36C-5118FD38F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028" y="2059803"/>
                <a:ext cx="403798" cy="307777"/>
              </a:xfrm>
              <a:prstGeom prst="rect">
                <a:avLst/>
              </a:prstGeom>
              <a:blipFill>
                <a:blip r:embed="rId7"/>
                <a:stretch>
                  <a:fillRect l="-5970" t="-4000" r="-16418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4D54173-D8AA-299D-7CA5-FA43CFA876CA}"/>
                  </a:ext>
                </a:extLst>
              </p:cNvPr>
              <p:cNvSpPr txBox="1"/>
              <p:nvPr/>
            </p:nvSpPr>
            <p:spPr>
              <a:xfrm>
                <a:off x="735394" y="4857491"/>
                <a:ext cx="4878195" cy="91307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:r>
                  <a:rPr lang="en-US" altLang="zh-CN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Processing: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altLang="zh-CN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altLang="zh-CN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</m:oMath>
                </a14:m>
                <a:endParaRPr lang="en-US" altLang="zh-CN" b="0" i="1" dirty="0">
                  <a:latin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:r>
                  <a:rPr lang="en-US" altLang="zh-CN" dirty="0">
                    <a:cs typeface="Calibri" panose="020F0502020204030204" pitchFamily="34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4D54173-D8AA-299D-7CA5-FA43CFA87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94" y="4857491"/>
                <a:ext cx="4878195" cy="913070"/>
              </a:xfrm>
              <a:prstGeom prst="rect">
                <a:avLst/>
              </a:prstGeom>
              <a:blipFill>
                <a:blip r:embed="rId8"/>
                <a:stretch>
                  <a:fillRect l="-1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F2BD656E-C8B3-909B-A3F1-E8CCC8F852DF}"/>
              </a:ext>
            </a:extLst>
          </p:cNvPr>
          <p:cNvCxnSpPr>
            <a:cxnSpLocks/>
            <a:stCxn id="6" idx="3"/>
            <a:endCxn id="7" idx="2"/>
          </p:cNvCxnSpPr>
          <p:nvPr/>
        </p:nvCxnSpPr>
        <p:spPr>
          <a:xfrm rot="16200000" flipH="1">
            <a:off x="1503415" y="2600126"/>
            <a:ext cx="625068" cy="674642"/>
          </a:xfrm>
          <a:prstGeom prst="curvedConnector2">
            <a:avLst/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A88460C-8362-B56E-A110-5D2F70F60C81}"/>
                  </a:ext>
                </a:extLst>
              </p:cNvPr>
              <p:cNvSpPr txBox="1"/>
              <p:nvPr/>
            </p:nvSpPr>
            <p:spPr>
              <a:xfrm>
                <a:off x="1332363" y="2941120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</m:t>
                      </m:r>
                      <m:sSub>
                        <m:sSubPr>
                          <m:ctrlP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A88460C-8362-B56E-A110-5D2F70F60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363" y="2941120"/>
                <a:ext cx="403798" cy="307777"/>
              </a:xfrm>
              <a:prstGeom prst="rect">
                <a:avLst/>
              </a:prstGeom>
              <a:blipFill>
                <a:blip r:embed="rId9"/>
                <a:stretch>
                  <a:fillRect l="-16667" t="-1961" r="-27273" b="-196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E167B75-0644-F9A8-5E49-7211E3061EC9}"/>
                  </a:ext>
                </a:extLst>
              </p:cNvPr>
              <p:cNvSpPr txBox="1"/>
              <p:nvPr/>
            </p:nvSpPr>
            <p:spPr>
              <a:xfrm>
                <a:off x="726262" y="4214241"/>
                <a:ext cx="1229504" cy="3952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Ins="0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𝑊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E167B75-0644-F9A8-5E49-7211E3061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62" y="4214241"/>
                <a:ext cx="1229504" cy="395236"/>
              </a:xfrm>
              <a:prstGeom prst="rect">
                <a:avLst/>
              </a:prstGeom>
              <a:blipFill>
                <a:blip r:embed="rId10"/>
                <a:stretch>
                  <a:fillRect r="-2970" b="-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46352695-2B7C-B856-84ED-4B0EAE3B2DC0}"/>
              </a:ext>
            </a:extLst>
          </p:cNvPr>
          <p:cNvCxnSpPr>
            <a:cxnSpLocks/>
            <a:stCxn id="7" idx="5"/>
            <a:endCxn id="13" idx="3"/>
          </p:cNvCxnSpPr>
          <p:nvPr/>
        </p:nvCxnSpPr>
        <p:spPr>
          <a:xfrm rot="5400000" flipH="1" flipV="1">
            <a:off x="2921483" y="2965040"/>
            <a:ext cx="4155" cy="851256"/>
          </a:xfrm>
          <a:prstGeom prst="curvedConnector3">
            <a:avLst>
              <a:gd name="adj1" fmla="val -692503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FC7A453-1C69-69E3-8C3F-9EC27C9DED76}"/>
                  </a:ext>
                </a:extLst>
              </p:cNvPr>
              <p:cNvSpPr txBox="1"/>
              <p:nvPr/>
            </p:nvSpPr>
            <p:spPr>
              <a:xfrm>
                <a:off x="2789615" y="3692577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FC7A453-1C69-69E3-8C3F-9EC27C9DE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615" y="3692577"/>
                <a:ext cx="403798" cy="307777"/>
              </a:xfrm>
              <a:prstGeom prst="rect">
                <a:avLst/>
              </a:prstGeom>
              <a:blipFill>
                <a:blip r:embed="rId7"/>
                <a:stretch>
                  <a:fillRect l="-7576" t="-4000" r="-16667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2865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49D26-7282-3506-4188-B18DBAA99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8274C72-DCE4-4CD3-76F5-AC5E6ECAD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46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923B9546-0052-F686-84C9-9ADCA24CE333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en-US" altLang="zh-CN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CFL-Reachability</a:t>
            </a:r>
            <a:r>
              <a:rPr lang="zh-CN" altLang="en-US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算法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CAA6D1A-B58E-1D7C-3DF1-7B06FBFDEB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r="22700"/>
          <a:stretch>
            <a:fillRect/>
          </a:stretch>
        </p:blipFill>
        <p:spPr>
          <a:xfrm>
            <a:off x="5860315" y="993370"/>
            <a:ext cx="5796449" cy="4426473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3666AE34-CF4B-DBD6-799E-B806557B45D6}"/>
              </a:ext>
            </a:extLst>
          </p:cNvPr>
          <p:cNvSpPr/>
          <p:nvPr/>
        </p:nvSpPr>
        <p:spPr>
          <a:xfrm>
            <a:off x="1419493" y="2280250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59C4273-8652-A684-0797-57ACEAADCDE5}"/>
              </a:ext>
            </a:extLst>
          </p:cNvPr>
          <p:cNvSpPr/>
          <p:nvPr/>
        </p:nvSpPr>
        <p:spPr>
          <a:xfrm>
            <a:off x="2153270" y="3048082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4A87D59-B52C-DBBD-46F1-D4C1E7E0DE17}"/>
              </a:ext>
            </a:extLst>
          </p:cNvPr>
          <p:cNvSpPr/>
          <p:nvPr/>
        </p:nvSpPr>
        <p:spPr>
          <a:xfrm>
            <a:off x="4028242" y="2280250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F53DA40-7BA0-D5EC-6A6F-77B7250D33C2}"/>
              </a:ext>
            </a:extLst>
          </p:cNvPr>
          <p:cNvCxnSpPr>
            <a:cxnSpLocks/>
            <a:stCxn id="13" idx="7"/>
            <a:endCxn id="8" idx="3"/>
          </p:cNvCxnSpPr>
          <p:nvPr/>
        </p:nvCxnSpPr>
        <p:spPr>
          <a:xfrm flipV="1">
            <a:off x="3634718" y="2624913"/>
            <a:ext cx="452659" cy="478149"/>
          </a:xfrm>
          <a:prstGeom prst="straightConnector1">
            <a:avLst/>
          </a:prstGeom>
          <a:ln w="19050">
            <a:solidFill>
              <a:srgbClr val="002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77458AC-DD91-EA83-6C5D-D7FCA868BC27}"/>
              </a:ext>
            </a:extLst>
          </p:cNvPr>
          <p:cNvCxnSpPr>
            <a:cxnSpLocks/>
            <a:stCxn id="6" idx="5"/>
            <a:endCxn id="7" idx="1"/>
          </p:cNvCxnSpPr>
          <p:nvPr/>
        </p:nvCxnSpPr>
        <p:spPr>
          <a:xfrm>
            <a:off x="1764157" y="2624913"/>
            <a:ext cx="448248" cy="482303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CEBE1E1B-C5AE-CCB9-44D5-A4BE9DDB257D}"/>
              </a:ext>
            </a:extLst>
          </p:cNvPr>
          <p:cNvSpPr/>
          <p:nvPr/>
        </p:nvSpPr>
        <p:spPr>
          <a:xfrm>
            <a:off x="3290054" y="3043927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5F5639C-1FD7-81D1-A0A5-AA6319A377D9}"/>
              </a:ext>
            </a:extLst>
          </p:cNvPr>
          <p:cNvCxnSpPr>
            <a:cxnSpLocks/>
            <a:stCxn id="7" idx="6"/>
            <a:endCxn id="13" idx="2"/>
          </p:cNvCxnSpPr>
          <p:nvPr/>
        </p:nvCxnSpPr>
        <p:spPr>
          <a:xfrm flipV="1">
            <a:off x="2557068" y="3245827"/>
            <a:ext cx="732986" cy="415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AEF0455-3620-15DA-2D60-B2A6E9EF380F}"/>
              </a:ext>
            </a:extLst>
          </p:cNvPr>
          <p:cNvSpPr/>
          <p:nvPr/>
        </p:nvSpPr>
        <p:spPr>
          <a:xfrm>
            <a:off x="5916078" y="2684048"/>
            <a:ext cx="4487553" cy="2503771"/>
          </a:xfrm>
          <a:prstGeom prst="roundRect">
            <a:avLst>
              <a:gd name="adj" fmla="val 358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E82AF70-9EB7-1401-FE17-AD849496901B}"/>
                  </a:ext>
                </a:extLst>
              </p:cNvPr>
              <p:cNvSpPr txBox="1"/>
              <p:nvPr/>
            </p:nvSpPr>
            <p:spPr>
              <a:xfrm>
                <a:off x="890798" y="955709"/>
                <a:ext cx="4699518" cy="7360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𝑟𝑒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𝑎𝑠𝑠𝑖𝑔𝑛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|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𝑐𝑎𝑙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E82AF70-9EB7-1401-FE17-AD8494969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798" y="955709"/>
                <a:ext cx="4699518" cy="7360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A86AF9B8-8F11-5F68-46E6-7C611FDF5085}"/>
              </a:ext>
            </a:extLst>
          </p:cNvPr>
          <p:cNvSpPr txBox="1"/>
          <p:nvPr/>
        </p:nvSpPr>
        <p:spPr>
          <a:xfrm>
            <a:off x="1563743" y="2735640"/>
            <a:ext cx="849075" cy="307777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call1</a:t>
            </a:r>
            <a:endParaRPr lang="zh-CN" altLang="en-US" sz="14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B1D80C5-88FE-1684-F365-AD6770D31964}"/>
              </a:ext>
            </a:extLst>
          </p:cNvPr>
          <p:cNvSpPr txBox="1"/>
          <p:nvPr/>
        </p:nvSpPr>
        <p:spPr>
          <a:xfrm>
            <a:off x="3646918" y="2746764"/>
            <a:ext cx="683088" cy="307777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26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ret1</a:t>
            </a:r>
            <a:endParaRPr lang="zh-CN" altLang="en-US" sz="1400" dirty="0">
              <a:solidFill>
                <a:srgbClr val="0026FF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4CC91E1F-7D56-F9A7-896C-B0C31571FFD1}"/>
              </a:ext>
            </a:extLst>
          </p:cNvPr>
          <p:cNvCxnSpPr>
            <a:cxnSpLocks/>
            <a:stCxn id="7" idx="3"/>
            <a:endCxn id="7" idx="4"/>
          </p:cNvCxnSpPr>
          <p:nvPr/>
        </p:nvCxnSpPr>
        <p:spPr>
          <a:xfrm rot="16200000" flipH="1">
            <a:off x="2254220" y="3350930"/>
            <a:ext cx="59135" cy="142764"/>
          </a:xfrm>
          <a:prstGeom prst="curvedConnector3">
            <a:avLst>
              <a:gd name="adj1" fmla="val 533911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E13E123-C4E5-D9C7-0274-14063D0DD4CE}"/>
                  </a:ext>
                </a:extLst>
              </p:cNvPr>
              <p:cNvSpPr txBox="1"/>
              <p:nvPr/>
            </p:nvSpPr>
            <p:spPr>
              <a:xfrm>
                <a:off x="2081888" y="368791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E13E123-C4E5-D9C7-0274-14063D0DD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888" y="3687913"/>
                <a:ext cx="403798" cy="307777"/>
              </a:xfrm>
              <a:prstGeom prst="rect">
                <a:avLst/>
              </a:prstGeom>
              <a:blipFill>
                <a:blip r:embed="rId5"/>
                <a:stretch>
                  <a:fillRect l="-7576" t="-4000" r="-16667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05483A6B-9793-0D96-3202-E00D6C8BA4A1}"/>
              </a:ext>
            </a:extLst>
          </p:cNvPr>
          <p:cNvCxnSpPr>
            <a:cxnSpLocks/>
            <a:stCxn id="13" idx="4"/>
            <a:endCxn id="13" idx="5"/>
          </p:cNvCxnSpPr>
          <p:nvPr/>
        </p:nvCxnSpPr>
        <p:spPr>
          <a:xfrm rot="5400000" flipH="1" flipV="1">
            <a:off x="3533767" y="3346776"/>
            <a:ext cx="59135" cy="142764"/>
          </a:xfrm>
          <a:prstGeom prst="curvedConnector3">
            <a:avLst>
              <a:gd name="adj1" fmla="val -3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6E9C3ED-ABB3-A176-738D-DC7F5B654538}"/>
                  </a:ext>
                </a:extLst>
              </p:cNvPr>
              <p:cNvSpPr txBox="1"/>
              <p:nvPr/>
            </p:nvSpPr>
            <p:spPr>
              <a:xfrm>
                <a:off x="3361435" y="368791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6E9C3ED-ABB3-A176-738D-DC7F5B654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435" y="3687913"/>
                <a:ext cx="403798" cy="307777"/>
              </a:xfrm>
              <a:prstGeom prst="rect">
                <a:avLst/>
              </a:prstGeom>
              <a:blipFill>
                <a:blip r:embed="rId5"/>
                <a:stretch>
                  <a:fillRect l="-5970" t="-4000" r="-16418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600D8321-C617-37C6-F73C-2964E03715D7}"/>
              </a:ext>
            </a:extLst>
          </p:cNvPr>
          <p:cNvCxnSpPr>
            <a:cxnSpLocks/>
            <a:stCxn id="6" idx="1"/>
            <a:endCxn id="6" idx="2"/>
          </p:cNvCxnSpPr>
          <p:nvPr/>
        </p:nvCxnSpPr>
        <p:spPr>
          <a:xfrm rot="16200000" flipH="1" flipV="1">
            <a:off x="1377679" y="2381199"/>
            <a:ext cx="142764" cy="59135"/>
          </a:xfrm>
          <a:prstGeom prst="curvedConnector4">
            <a:avLst>
              <a:gd name="adj1" fmla="val -142724"/>
              <a:gd name="adj2" fmla="val 4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40F664D-6788-83FD-77E4-04115110F218}"/>
                  </a:ext>
                </a:extLst>
              </p:cNvPr>
              <p:cNvSpPr txBox="1"/>
              <p:nvPr/>
            </p:nvSpPr>
            <p:spPr>
              <a:xfrm>
                <a:off x="828264" y="2062067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40F664D-6788-83FD-77E4-04115110F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64" y="2062067"/>
                <a:ext cx="403798" cy="307777"/>
              </a:xfrm>
              <a:prstGeom prst="rect">
                <a:avLst/>
              </a:prstGeom>
              <a:blipFill>
                <a:blip r:embed="rId6"/>
                <a:stretch>
                  <a:fillRect l="-6061" t="-1961" r="-16667" b="-196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2D67FA38-0795-C354-8ADC-E58E78D9EAE9}"/>
              </a:ext>
            </a:extLst>
          </p:cNvPr>
          <p:cNvCxnSpPr>
            <a:cxnSpLocks/>
            <a:stCxn id="8" idx="7"/>
            <a:endCxn id="8" idx="6"/>
          </p:cNvCxnSpPr>
          <p:nvPr/>
        </p:nvCxnSpPr>
        <p:spPr>
          <a:xfrm rot="16200000" flipH="1">
            <a:off x="4331090" y="2381200"/>
            <a:ext cx="142764" cy="59135"/>
          </a:xfrm>
          <a:prstGeom prst="curvedConnector4">
            <a:avLst>
              <a:gd name="adj1" fmla="val -149260"/>
              <a:gd name="adj2" fmla="val 4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A86F575-D1D1-45CF-04E4-6CCEC435B569}"/>
                  </a:ext>
                </a:extLst>
              </p:cNvPr>
              <p:cNvSpPr txBox="1"/>
              <p:nvPr/>
            </p:nvSpPr>
            <p:spPr>
              <a:xfrm>
                <a:off x="4642028" y="205980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A86F575-D1D1-45CF-04E4-6CCEC435B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028" y="2059803"/>
                <a:ext cx="403798" cy="307777"/>
              </a:xfrm>
              <a:prstGeom prst="rect">
                <a:avLst/>
              </a:prstGeom>
              <a:blipFill>
                <a:blip r:embed="rId7"/>
                <a:stretch>
                  <a:fillRect l="-5970" t="-4000" r="-16418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6282F65-C92B-9789-EF60-3C2E771F466C}"/>
                  </a:ext>
                </a:extLst>
              </p:cNvPr>
              <p:cNvSpPr txBox="1"/>
              <p:nvPr/>
            </p:nvSpPr>
            <p:spPr>
              <a:xfrm>
                <a:off x="735394" y="4857491"/>
                <a:ext cx="1880579" cy="42575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:r>
                  <a:rPr lang="en-US" altLang="zh-CN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Processing: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</m:oMath>
                </a14:m>
                <a:endParaRPr lang="en-US" altLang="zh-CN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6282F65-C92B-9789-EF60-3C2E771F4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94" y="4857491"/>
                <a:ext cx="1880579" cy="425758"/>
              </a:xfrm>
              <a:prstGeom prst="rect">
                <a:avLst/>
              </a:prstGeom>
              <a:blipFill>
                <a:blip r:embed="rId8"/>
                <a:stretch>
                  <a:fillRect l="-2922" b="-2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6DEB2ADF-A332-A78D-E58F-4AC589F28E41}"/>
              </a:ext>
            </a:extLst>
          </p:cNvPr>
          <p:cNvCxnSpPr>
            <a:cxnSpLocks/>
            <a:stCxn id="6" idx="3"/>
            <a:endCxn id="7" idx="2"/>
          </p:cNvCxnSpPr>
          <p:nvPr/>
        </p:nvCxnSpPr>
        <p:spPr>
          <a:xfrm rot="16200000" flipH="1">
            <a:off x="1503415" y="2600126"/>
            <a:ext cx="625068" cy="674642"/>
          </a:xfrm>
          <a:prstGeom prst="curvedConnector2">
            <a:avLst/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C1D8A25-289F-FE91-AE9B-902CE04948C0}"/>
                  </a:ext>
                </a:extLst>
              </p:cNvPr>
              <p:cNvSpPr txBox="1"/>
              <p:nvPr/>
            </p:nvSpPr>
            <p:spPr>
              <a:xfrm>
                <a:off x="1332363" y="2941120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</m:t>
                      </m:r>
                      <m:sSub>
                        <m:sSubPr>
                          <m:ctrlP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C1D8A25-289F-FE91-AE9B-902CE0494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363" y="2941120"/>
                <a:ext cx="403798" cy="307777"/>
              </a:xfrm>
              <a:prstGeom prst="rect">
                <a:avLst/>
              </a:prstGeom>
              <a:blipFill>
                <a:blip r:embed="rId9"/>
                <a:stretch>
                  <a:fillRect l="-16667" t="-1961" r="-27273" b="-196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9F0D1E2-386C-7860-2BAA-F733581A8055}"/>
                  </a:ext>
                </a:extLst>
              </p:cNvPr>
              <p:cNvSpPr txBox="1"/>
              <p:nvPr/>
            </p:nvSpPr>
            <p:spPr>
              <a:xfrm>
                <a:off x="726262" y="4214241"/>
                <a:ext cx="1331326" cy="3952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Ins="0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𝑊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9F0D1E2-386C-7860-2BAA-F733581A8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62" y="4214241"/>
                <a:ext cx="1331326" cy="395236"/>
              </a:xfrm>
              <a:prstGeom prst="rect">
                <a:avLst/>
              </a:prstGeom>
              <a:blipFill>
                <a:blip r:embed="rId10"/>
                <a:stretch>
                  <a:fillRect r="-2740" b="-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D12A61B6-FCAE-E05A-2FDD-79C227626C80}"/>
              </a:ext>
            </a:extLst>
          </p:cNvPr>
          <p:cNvCxnSpPr>
            <a:cxnSpLocks/>
            <a:stCxn id="7" idx="5"/>
            <a:endCxn id="13" idx="3"/>
          </p:cNvCxnSpPr>
          <p:nvPr/>
        </p:nvCxnSpPr>
        <p:spPr>
          <a:xfrm rot="5400000" flipH="1" flipV="1">
            <a:off x="2921483" y="2965040"/>
            <a:ext cx="4155" cy="851256"/>
          </a:xfrm>
          <a:prstGeom prst="curvedConnector3">
            <a:avLst>
              <a:gd name="adj1" fmla="val -692503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21110BFA-50E2-EDFB-A58A-FF3CC79EBF62}"/>
                  </a:ext>
                </a:extLst>
              </p:cNvPr>
              <p:cNvSpPr txBox="1"/>
              <p:nvPr/>
            </p:nvSpPr>
            <p:spPr>
              <a:xfrm>
                <a:off x="2789615" y="3692577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21110BFA-50E2-EDFB-A58A-FF3CC79EB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615" y="3692577"/>
                <a:ext cx="403798" cy="307777"/>
              </a:xfrm>
              <a:prstGeom prst="rect">
                <a:avLst/>
              </a:prstGeom>
              <a:blipFill>
                <a:blip r:embed="rId7"/>
                <a:stretch>
                  <a:fillRect l="-7576" t="-4000" r="-16667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D3B3349C-220C-EA0B-34C1-9B5A176BECF0}"/>
              </a:ext>
            </a:extLst>
          </p:cNvPr>
          <p:cNvCxnSpPr>
            <a:cxnSpLocks/>
            <a:stCxn id="6" idx="6"/>
            <a:endCxn id="13" idx="0"/>
          </p:cNvCxnSpPr>
          <p:nvPr/>
        </p:nvCxnSpPr>
        <p:spPr>
          <a:xfrm>
            <a:off x="1823291" y="2482149"/>
            <a:ext cx="1668662" cy="561778"/>
          </a:xfrm>
          <a:prstGeom prst="curvedConnector2">
            <a:avLst/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64A3927-3566-D54E-7DD9-87EA41DA8C48}"/>
                  </a:ext>
                </a:extLst>
              </p:cNvPr>
              <p:cNvSpPr txBox="1"/>
              <p:nvPr/>
            </p:nvSpPr>
            <p:spPr>
              <a:xfrm>
                <a:off x="2872354" y="2378108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</m:t>
                      </m:r>
                      <m:sSub>
                        <m:sSubPr>
                          <m:ctrlP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64A3927-3566-D54E-7DD9-87EA41DA8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354" y="2378108"/>
                <a:ext cx="403798" cy="307777"/>
              </a:xfrm>
              <a:prstGeom prst="rect">
                <a:avLst/>
              </a:prstGeom>
              <a:blipFill>
                <a:blip r:embed="rId11"/>
                <a:stretch>
                  <a:fillRect l="-16667" t="-3922" r="-28788" b="-196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3487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AD448-24BD-65D9-40EC-6B783C969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E271F9C-ECB6-73A8-629C-2693B8F0A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47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88FD6C39-8BD3-D70D-B608-DBEB7FA0BC0D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en-US" altLang="zh-CN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CFL-Reachability</a:t>
            </a:r>
            <a:r>
              <a:rPr lang="zh-CN" altLang="en-US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算法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D9FEC8-3A50-0017-7D1D-81ACCD2F0BE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r="22700"/>
          <a:stretch>
            <a:fillRect/>
          </a:stretch>
        </p:blipFill>
        <p:spPr>
          <a:xfrm>
            <a:off x="5860315" y="993370"/>
            <a:ext cx="5796449" cy="4426473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C74B577B-D079-0D43-5B25-36E8801388E2}"/>
              </a:ext>
            </a:extLst>
          </p:cNvPr>
          <p:cNvSpPr/>
          <p:nvPr/>
        </p:nvSpPr>
        <p:spPr>
          <a:xfrm>
            <a:off x="1419493" y="2280250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85ACB7B-702A-901F-BF79-159F7AFF7170}"/>
              </a:ext>
            </a:extLst>
          </p:cNvPr>
          <p:cNvSpPr/>
          <p:nvPr/>
        </p:nvSpPr>
        <p:spPr>
          <a:xfrm>
            <a:off x="2153270" y="3048082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5298376-BD75-070D-2B64-05F60D73452C}"/>
              </a:ext>
            </a:extLst>
          </p:cNvPr>
          <p:cNvSpPr/>
          <p:nvPr/>
        </p:nvSpPr>
        <p:spPr>
          <a:xfrm>
            <a:off x="4028242" y="2280250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26855E2-408C-6B1C-891A-DD94F7918BBA}"/>
              </a:ext>
            </a:extLst>
          </p:cNvPr>
          <p:cNvCxnSpPr>
            <a:cxnSpLocks/>
            <a:stCxn id="13" idx="7"/>
            <a:endCxn id="8" idx="3"/>
          </p:cNvCxnSpPr>
          <p:nvPr/>
        </p:nvCxnSpPr>
        <p:spPr>
          <a:xfrm flipV="1">
            <a:off x="3634718" y="2624913"/>
            <a:ext cx="452659" cy="478149"/>
          </a:xfrm>
          <a:prstGeom prst="straightConnector1">
            <a:avLst/>
          </a:prstGeom>
          <a:ln w="19050">
            <a:solidFill>
              <a:srgbClr val="002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910BDE0-6D5F-C327-9126-B349D5A29A6A}"/>
              </a:ext>
            </a:extLst>
          </p:cNvPr>
          <p:cNvCxnSpPr>
            <a:cxnSpLocks/>
            <a:stCxn id="6" idx="5"/>
            <a:endCxn id="7" idx="1"/>
          </p:cNvCxnSpPr>
          <p:nvPr/>
        </p:nvCxnSpPr>
        <p:spPr>
          <a:xfrm>
            <a:off x="1764157" y="2624913"/>
            <a:ext cx="448248" cy="482303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BE664E11-AC12-018A-4CE3-E082228D0A31}"/>
              </a:ext>
            </a:extLst>
          </p:cNvPr>
          <p:cNvSpPr/>
          <p:nvPr/>
        </p:nvSpPr>
        <p:spPr>
          <a:xfrm>
            <a:off x="3290054" y="3043927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5059FCF-3CCE-BAE5-B1CD-D6CBD0D68E07}"/>
              </a:ext>
            </a:extLst>
          </p:cNvPr>
          <p:cNvCxnSpPr>
            <a:cxnSpLocks/>
            <a:stCxn id="7" idx="6"/>
            <a:endCxn id="13" idx="2"/>
          </p:cNvCxnSpPr>
          <p:nvPr/>
        </p:nvCxnSpPr>
        <p:spPr>
          <a:xfrm flipV="1">
            <a:off x="2557068" y="3245827"/>
            <a:ext cx="732986" cy="415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867C300-FB6B-23D0-8E1E-D800788BD57E}"/>
              </a:ext>
            </a:extLst>
          </p:cNvPr>
          <p:cNvSpPr/>
          <p:nvPr/>
        </p:nvSpPr>
        <p:spPr>
          <a:xfrm>
            <a:off x="5916078" y="2684048"/>
            <a:ext cx="4487553" cy="2503771"/>
          </a:xfrm>
          <a:prstGeom prst="roundRect">
            <a:avLst>
              <a:gd name="adj" fmla="val 358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32C0AA3-5D90-27B8-8204-08AA4746EDE3}"/>
                  </a:ext>
                </a:extLst>
              </p:cNvPr>
              <p:cNvSpPr txBox="1"/>
              <p:nvPr/>
            </p:nvSpPr>
            <p:spPr>
              <a:xfrm>
                <a:off x="890798" y="955709"/>
                <a:ext cx="4699518" cy="7360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𝑟𝑒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𝑎𝑠𝑠𝑖𝑔𝑛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|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𝑐𝑎𝑙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32C0AA3-5D90-27B8-8204-08AA4746E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798" y="955709"/>
                <a:ext cx="4699518" cy="7360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31F8FEC1-E5F0-FF9F-00F3-F385E7FECF7D}"/>
              </a:ext>
            </a:extLst>
          </p:cNvPr>
          <p:cNvSpPr txBox="1"/>
          <p:nvPr/>
        </p:nvSpPr>
        <p:spPr>
          <a:xfrm>
            <a:off x="1563743" y="2735640"/>
            <a:ext cx="849075" cy="307777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call1</a:t>
            </a:r>
            <a:endParaRPr lang="zh-CN" altLang="en-US" sz="14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B42B43C-2086-AB9A-F55C-844241F3701B}"/>
              </a:ext>
            </a:extLst>
          </p:cNvPr>
          <p:cNvSpPr txBox="1"/>
          <p:nvPr/>
        </p:nvSpPr>
        <p:spPr>
          <a:xfrm>
            <a:off x="3646918" y="2746764"/>
            <a:ext cx="683088" cy="307777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26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ret1</a:t>
            </a:r>
            <a:endParaRPr lang="zh-CN" altLang="en-US" sz="1400" dirty="0">
              <a:solidFill>
                <a:srgbClr val="0026FF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E154EC34-A844-CF19-609A-0305C4B42217}"/>
              </a:ext>
            </a:extLst>
          </p:cNvPr>
          <p:cNvCxnSpPr>
            <a:cxnSpLocks/>
            <a:stCxn id="7" idx="3"/>
            <a:endCxn id="7" idx="4"/>
          </p:cNvCxnSpPr>
          <p:nvPr/>
        </p:nvCxnSpPr>
        <p:spPr>
          <a:xfrm rot="16200000" flipH="1">
            <a:off x="2254220" y="3350930"/>
            <a:ext cx="59135" cy="142764"/>
          </a:xfrm>
          <a:prstGeom prst="curvedConnector3">
            <a:avLst>
              <a:gd name="adj1" fmla="val 533911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E5D109B-130F-AF53-1C02-9B8303B2AC3C}"/>
                  </a:ext>
                </a:extLst>
              </p:cNvPr>
              <p:cNvSpPr txBox="1"/>
              <p:nvPr/>
            </p:nvSpPr>
            <p:spPr>
              <a:xfrm>
                <a:off x="2081888" y="368791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E5D109B-130F-AF53-1C02-9B8303B2A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888" y="3687913"/>
                <a:ext cx="403798" cy="307777"/>
              </a:xfrm>
              <a:prstGeom prst="rect">
                <a:avLst/>
              </a:prstGeom>
              <a:blipFill>
                <a:blip r:embed="rId5"/>
                <a:stretch>
                  <a:fillRect l="-7576" t="-4000" r="-16667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FDFDD5BC-4F9C-F862-4296-44A9E4D160FB}"/>
              </a:ext>
            </a:extLst>
          </p:cNvPr>
          <p:cNvCxnSpPr>
            <a:cxnSpLocks/>
            <a:stCxn id="13" idx="4"/>
            <a:endCxn id="13" idx="5"/>
          </p:cNvCxnSpPr>
          <p:nvPr/>
        </p:nvCxnSpPr>
        <p:spPr>
          <a:xfrm rot="5400000" flipH="1" flipV="1">
            <a:off x="3533767" y="3346776"/>
            <a:ext cx="59135" cy="142764"/>
          </a:xfrm>
          <a:prstGeom prst="curvedConnector3">
            <a:avLst>
              <a:gd name="adj1" fmla="val -3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539CED4-7796-D2A8-8B3D-9E9F840640C0}"/>
                  </a:ext>
                </a:extLst>
              </p:cNvPr>
              <p:cNvSpPr txBox="1"/>
              <p:nvPr/>
            </p:nvSpPr>
            <p:spPr>
              <a:xfrm>
                <a:off x="3361435" y="368791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539CED4-7796-D2A8-8B3D-9E9F84064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435" y="3687913"/>
                <a:ext cx="403798" cy="307777"/>
              </a:xfrm>
              <a:prstGeom prst="rect">
                <a:avLst/>
              </a:prstGeom>
              <a:blipFill>
                <a:blip r:embed="rId5"/>
                <a:stretch>
                  <a:fillRect l="-5970" t="-4000" r="-16418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3B5C265F-0CA5-A762-AE6F-D7227AFF94E2}"/>
              </a:ext>
            </a:extLst>
          </p:cNvPr>
          <p:cNvCxnSpPr>
            <a:cxnSpLocks/>
            <a:stCxn id="6" idx="1"/>
            <a:endCxn id="6" idx="2"/>
          </p:cNvCxnSpPr>
          <p:nvPr/>
        </p:nvCxnSpPr>
        <p:spPr>
          <a:xfrm rot="16200000" flipH="1" flipV="1">
            <a:off x="1377679" y="2381199"/>
            <a:ext cx="142764" cy="59135"/>
          </a:xfrm>
          <a:prstGeom prst="curvedConnector4">
            <a:avLst>
              <a:gd name="adj1" fmla="val -142724"/>
              <a:gd name="adj2" fmla="val 4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C96EB1B-C915-0558-1110-453EF8E9C8D1}"/>
                  </a:ext>
                </a:extLst>
              </p:cNvPr>
              <p:cNvSpPr txBox="1"/>
              <p:nvPr/>
            </p:nvSpPr>
            <p:spPr>
              <a:xfrm>
                <a:off x="828264" y="2062067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C96EB1B-C915-0558-1110-453EF8E9C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64" y="2062067"/>
                <a:ext cx="403798" cy="307777"/>
              </a:xfrm>
              <a:prstGeom prst="rect">
                <a:avLst/>
              </a:prstGeom>
              <a:blipFill>
                <a:blip r:embed="rId6"/>
                <a:stretch>
                  <a:fillRect l="-6061" t="-1961" r="-16667" b="-196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DAD5249D-BBD1-220F-6E37-76C0F39E34B4}"/>
              </a:ext>
            </a:extLst>
          </p:cNvPr>
          <p:cNvCxnSpPr>
            <a:cxnSpLocks/>
            <a:stCxn id="8" idx="7"/>
            <a:endCxn id="8" idx="6"/>
          </p:cNvCxnSpPr>
          <p:nvPr/>
        </p:nvCxnSpPr>
        <p:spPr>
          <a:xfrm rot="16200000" flipH="1">
            <a:off x="4331090" y="2381200"/>
            <a:ext cx="142764" cy="59135"/>
          </a:xfrm>
          <a:prstGeom prst="curvedConnector4">
            <a:avLst>
              <a:gd name="adj1" fmla="val -149260"/>
              <a:gd name="adj2" fmla="val 4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9FAC2876-8655-8203-6591-A2C28177B263}"/>
                  </a:ext>
                </a:extLst>
              </p:cNvPr>
              <p:cNvSpPr txBox="1"/>
              <p:nvPr/>
            </p:nvSpPr>
            <p:spPr>
              <a:xfrm>
                <a:off x="4642028" y="205980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9FAC2876-8655-8203-6591-A2C28177B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028" y="2059803"/>
                <a:ext cx="403798" cy="307777"/>
              </a:xfrm>
              <a:prstGeom prst="rect">
                <a:avLst/>
              </a:prstGeom>
              <a:blipFill>
                <a:blip r:embed="rId7"/>
                <a:stretch>
                  <a:fillRect l="-5970" t="-4000" r="-16418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70BADD3-653B-A367-8398-E813E12611F7}"/>
                  </a:ext>
                </a:extLst>
              </p:cNvPr>
              <p:cNvSpPr txBox="1"/>
              <p:nvPr/>
            </p:nvSpPr>
            <p:spPr>
              <a:xfrm>
                <a:off x="735394" y="4857491"/>
                <a:ext cx="1994329" cy="42575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:r>
                  <a:rPr lang="en-US" altLang="zh-CN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Processing: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altLang="zh-CN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altLang="zh-CN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</m:oMath>
                </a14:m>
                <a:endParaRPr lang="en-US" altLang="zh-CN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70BADD3-653B-A367-8398-E813E1261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94" y="4857491"/>
                <a:ext cx="1994329" cy="425758"/>
              </a:xfrm>
              <a:prstGeom prst="rect">
                <a:avLst/>
              </a:prstGeom>
              <a:blipFill>
                <a:blip r:embed="rId8"/>
                <a:stretch>
                  <a:fillRect l="-2752" b="-2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599483F6-2090-73D8-C9ED-6E8B46602EA8}"/>
              </a:ext>
            </a:extLst>
          </p:cNvPr>
          <p:cNvCxnSpPr>
            <a:cxnSpLocks/>
            <a:stCxn id="6" idx="3"/>
            <a:endCxn id="7" idx="2"/>
          </p:cNvCxnSpPr>
          <p:nvPr/>
        </p:nvCxnSpPr>
        <p:spPr>
          <a:xfrm rot="16200000" flipH="1">
            <a:off x="1503415" y="2600126"/>
            <a:ext cx="625068" cy="674642"/>
          </a:xfrm>
          <a:prstGeom prst="curvedConnector2">
            <a:avLst/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45F879B-ABD6-8D2B-BAE3-6356631801A6}"/>
                  </a:ext>
                </a:extLst>
              </p:cNvPr>
              <p:cNvSpPr txBox="1"/>
              <p:nvPr/>
            </p:nvSpPr>
            <p:spPr>
              <a:xfrm>
                <a:off x="1332363" y="2941120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</m:t>
                      </m:r>
                      <m:sSub>
                        <m:sSubPr>
                          <m:ctrlP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45F879B-ABD6-8D2B-BAE3-635663180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363" y="2941120"/>
                <a:ext cx="403798" cy="307777"/>
              </a:xfrm>
              <a:prstGeom prst="rect">
                <a:avLst/>
              </a:prstGeom>
              <a:blipFill>
                <a:blip r:embed="rId9"/>
                <a:stretch>
                  <a:fillRect l="-16667" t="-1961" r="-27273" b="-196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39637E7-7D7D-6EC3-5EF4-99969963AE3D}"/>
                  </a:ext>
                </a:extLst>
              </p:cNvPr>
              <p:cNvSpPr txBox="1"/>
              <p:nvPr/>
            </p:nvSpPr>
            <p:spPr>
              <a:xfrm>
                <a:off x="726262" y="4214241"/>
                <a:ext cx="1261564" cy="3952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Ins="0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𝑊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39637E7-7D7D-6EC3-5EF4-99969963A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62" y="4214241"/>
                <a:ext cx="1261564" cy="395236"/>
              </a:xfrm>
              <a:prstGeom prst="rect">
                <a:avLst/>
              </a:prstGeom>
              <a:blipFill>
                <a:blip r:embed="rId10"/>
                <a:stretch>
                  <a:fillRect r="-2899" b="-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121F1BB0-F573-B7F3-D2F7-81D148F39646}"/>
              </a:ext>
            </a:extLst>
          </p:cNvPr>
          <p:cNvCxnSpPr>
            <a:cxnSpLocks/>
            <a:stCxn id="7" idx="5"/>
            <a:endCxn id="13" idx="3"/>
          </p:cNvCxnSpPr>
          <p:nvPr/>
        </p:nvCxnSpPr>
        <p:spPr>
          <a:xfrm rot="5400000" flipH="1" flipV="1">
            <a:off x="2921483" y="2965040"/>
            <a:ext cx="4155" cy="851256"/>
          </a:xfrm>
          <a:prstGeom prst="curvedConnector3">
            <a:avLst>
              <a:gd name="adj1" fmla="val -692503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DCA20AF-70DF-93D9-C59F-FF141FA02CB9}"/>
                  </a:ext>
                </a:extLst>
              </p:cNvPr>
              <p:cNvSpPr txBox="1"/>
              <p:nvPr/>
            </p:nvSpPr>
            <p:spPr>
              <a:xfrm>
                <a:off x="2789615" y="3692577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DCA20AF-70DF-93D9-C59F-FF141FA02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615" y="3692577"/>
                <a:ext cx="403798" cy="307777"/>
              </a:xfrm>
              <a:prstGeom prst="rect">
                <a:avLst/>
              </a:prstGeom>
              <a:blipFill>
                <a:blip r:embed="rId7"/>
                <a:stretch>
                  <a:fillRect l="-7576" t="-4000" r="-16667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AF48FFD1-6F05-E07B-6664-95EC3481BD94}"/>
              </a:ext>
            </a:extLst>
          </p:cNvPr>
          <p:cNvCxnSpPr>
            <a:cxnSpLocks/>
            <a:stCxn id="6" idx="6"/>
            <a:endCxn id="13" idx="0"/>
          </p:cNvCxnSpPr>
          <p:nvPr/>
        </p:nvCxnSpPr>
        <p:spPr>
          <a:xfrm>
            <a:off x="1823291" y="2482149"/>
            <a:ext cx="1668662" cy="561778"/>
          </a:xfrm>
          <a:prstGeom prst="curvedConnector2">
            <a:avLst/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曲线 23">
            <a:extLst>
              <a:ext uri="{FF2B5EF4-FFF2-40B4-BE49-F238E27FC236}">
                <a16:creationId xmlns:a16="http://schemas.microsoft.com/office/drawing/2014/main" id="{E7ABABE4-5B32-AD1A-172A-95BC43A1D622}"/>
              </a:ext>
            </a:extLst>
          </p:cNvPr>
          <p:cNvCxnSpPr>
            <a:cxnSpLocks/>
            <a:stCxn id="6" idx="7"/>
            <a:endCxn id="8" idx="1"/>
          </p:cNvCxnSpPr>
          <p:nvPr/>
        </p:nvCxnSpPr>
        <p:spPr>
          <a:xfrm rot="5400000" flipH="1" flipV="1">
            <a:off x="2925766" y="1177775"/>
            <a:ext cx="12700" cy="2323221"/>
          </a:xfrm>
          <a:prstGeom prst="curvedConnector3">
            <a:avLst>
              <a:gd name="adj1" fmla="val 226563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D150ACA-AAF7-DAA7-46EC-D015BD344053}"/>
                  </a:ext>
                </a:extLst>
              </p:cNvPr>
              <p:cNvSpPr txBox="1"/>
              <p:nvPr/>
            </p:nvSpPr>
            <p:spPr>
              <a:xfrm>
                <a:off x="2940492" y="1792374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D150ACA-AAF7-DAA7-46EC-D015BD344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0492" y="1792374"/>
                <a:ext cx="403798" cy="307777"/>
              </a:xfrm>
              <a:prstGeom prst="rect">
                <a:avLst/>
              </a:prstGeom>
              <a:blipFill>
                <a:blip r:embed="rId12"/>
                <a:stretch>
                  <a:fillRect l="-5970" t="-3922" r="-16418" b="-196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174B0470-03F5-B378-AD04-94580975DC6D}"/>
                  </a:ext>
                </a:extLst>
              </p:cNvPr>
              <p:cNvSpPr txBox="1"/>
              <p:nvPr/>
            </p:nvSpPr>
            <p:spPr>
              <a:xfrm>
                <a:off x="2872354" y="2378108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</m:t>
                      </m:r>
                      <m:sSub>
                        <m:sSubPr>
                          <m:ctrlP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174B0470-03F5-B378-AD04-94580975D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354" y="2378108"/>
                <a:ext cx="403798" cy="307777"/>
              </a:xfrm>
              <a:prstGeom prst="rect">
                <a:avLst/>
              </a:prstGeom>
              <a:blipFill>
                <a:blip r:embed="rId8"/>
                <a:stretch>
                  <a:fillRect l="-16667" t="-3922" r="-28788" b="-196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2078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6B82D-80A0-CAFD-26EE-2FCFB5910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02CAE59-91CB-DB1B-EBD9-1A94F056C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48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B9F3A7F4-7C64-6408-4F8C-F50524F686D7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en-US" altLang="zh-CN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CFL-Reachability</a:t>
            </a:r>
            <a:r>
              <a:rPr lang="zh-CN" altLang="en-US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算法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F5190C-8990-D175-B4CC-5CA10655CE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r="22700"/>
          <a:stretch>
            <a:fillRect/>
          </a:stretch>
        </p:blipFill>
        <p:spPr>
          <a:xfrm>
            <a:off x="5860315" y="993370"/>
            <a:ext cx="5796449" cy="4426473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D41E8A3C-D8F1-FAAD-1E5C-CE49181523F9}"/>
              </a:ext>
            </a:extLst>
          </p:cNvPr>
          <p:cNvSpPr/>
          <p:nvPr/>
        </p:nvSpPr>
        <p:spPr>
          <a:xfrm>
            <a:off x="1419493" y="2280250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A42651B-19F4-1661-6C79-FB9F97DB470B}"/>
              </a:ext>
            </a:extLst>
          </p:cNvPr>
          <p:cNvSpPr/>
          <p:nvPr/>
        </p:nvSpPr>
        <p:spPr>
          <a:xfrm>
            <a:off x="2153270" y="3048082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C804D02-F757-00C6-6C32-186021169DE5}"/>
              </a:ext>
            </a:extLst>
          </p:cNvPr>
          <p:cNvSpPr/>
          <p:nvPr/>
        </p:nvSpPr>
        <p:spPr>
          <a:xfrm>
            <a:off x="4028242" y="2280250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86A0FA7-B820-FDF3-237F-83E12F4F29FB}"/>
              </a:ext>
            </a:extLst>
          </p:cNvPr>
          <p:cNvCxnSpPr>
            <a:cxnSpLocks/>
            <a:stCxn id="13" idx="7"/>
            <a:endCxn id="8" idx="3"/>
          </p:cNvCxnSpPr>
          <p:nvPr/>
        </p:nvCxnSpPr>
        <p:spPr>
          <a:xfrm flipV="1">
            <a:off x="3634718" y="2624913"/>
            <a:ext cx="452659" cy="478149"/>
          </a:xfrm>
          <a:prstGeom prst="straightConnector1">
            <a:avLst/>
          </a:prstGeom>
          <a:ln w="19050">
            <a:solidFill>
              <a:srgbClr val="002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711FA08-DC79-1268-08D4-5A5F675EFA97}"/>
              </a:ext>
            </a:extLst>
          </p:cNvPr>
          <p:cNvCxnSpPr>
            <a:cxnSpLocks/>
            <a:stCxn id="6" idx="5"/>
            <a:endCxn id="7" idx="1"/>
          </p:cNvCxnSpPr>
          <p:nvPr/>
        </p:nvCxnSpPr>
        <p:spPr>
          <a:xfrm>
            <a:off x="1764157" y="2624913"/>
            <a:ext cx="448248" cy="482303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704F44D4-B8E3-C97E-52E7-210676CD2036}"/>
              </a:ext>
            </a:extLst>
          </p:cNvPr>
          <p:cNvSpPr/>
          <p:nvPr/>
        </p:nvSpPr>
        <p:spPr>
          <a:xfrm>
            <a:off x="3290054" y="3043927"/>
            <a:ext cx="403798" cy="403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A067E4D-43A3-9030-8557-0AFD7B2C94AA}"/>
              </a:ext>
            </a:extLst>
          </p:cNvPr>
          <p:cNvCxnSpPr>
            <a:cxnSpLocks/>
            <a:stCxn id="7" idx="6"/>
            <a:endCxn id="13" idx="2"/>
          </p:cNvCxnSpPr>
          <p:nvPr/>
        </p:nvCxnSpPr>
        <p:spPr>
          <a:xfrm flipV="1">
            <a:off x="2557068" y="3245827"/>
            <a:ext cx="732986" cy="415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55507EF-137A-D46D-286F-0C66702ECCD5}"/>
              </a:ext>
            </a:extLst>
          </p:cNvPr>
          <p:cNvSpPr/>
          <p:nvPr/>
        </p:nvSpPr>
        <p:spPr>
          <a:xfrm>
            <a:off x="5916078" y="2684048"/>
            <a:ext cx="4487553" cy="2503771"/>
          </a:xfrm>
          <a:prstGeom prst="roundRect">
            <a:avLst>
              <a:gd name="adj" fmla="val 358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6D7D74B-86FA-CE03-23A1-BE86FBA37288}"/>
                  </a:ext>
                </a:extLst>
              </p:cNvPr>
              <p:cNvSpPr txBox="1"/>
              <p:nvPr/>
            </p:nvSpPr>
            <p:spPr>
              <a:xfrm>
                <a:off x="890798" y="955709"/>
                <a:ext cx="4699518" cy="7360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𝑟𝑒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𝑎𝑠𝑠𝑖𝑔𝑛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|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𝑐𝑎𝑙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𝐶𝐹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6D7D74B-86FA-CE03-23A1-BE86FBA37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798" y="955709"/>
                <a:ext cx="4699518" cy="7360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419D310B-2561-445F-A19E-5EBF275A5DB1}"/>
              </a:ext>
            </a:extLst>
          </p:cNvPr>
          <p:cNvSpPr txBox="1"/>
          <p:nvPr/>
        </p:nvSpPr>
        <p:spPr>
          <a:xfrm>
            <a:off x="1563743" y="2735640"/>
            <a:ext cx="849075" cy="307777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call1</a:t>
            </a:r>
            <a:endParaRPr lang="zh-CN" altLang="en-US" sz="14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FF17A21-392D-647D-BBB5-DA80141B0F7D}"/>
              </a:ext>
            </a:extLst>
          </p:cNvPr>
          <p:cNvSpPr txBox="1"/>
          <p:nvPr/>
        </p:nvSpPr>
        <p:spPr>
          <a:xfrm>
            <a:off x="3646918" y="2746764"/>
            <a:ext cx="683088" cy="307777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26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ret1</a:t>
            </a:r>
            <a:endParaRPr lang="zh-CN" altLang="en-US" sz="1400" dirty="0">
              <a:solidFill>
                <a:srgbClr val="0026FF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C2FA5646-08F3-5740-E0CB-57E3EB38C6B7}"/>
              </a:ext>
            </a:extLst>
          </p:cNvPr>
          <p:cNvCxnSpPr>
            <a:cxnSpLocks/>
            <a:stCxn id="7" idx="3"/>
            <a:endCxn id="7" idx="4"/>
          </p:cNvCxnSpPr>
          <p:nvPr/>
        </p:nvCxnSpPr>
        <p:spPr>
          <a:xfrm rot="16200000" flipH="1">
            <a:off x="2254220" y="3350930"/>
            <a:ext cx="59135" cy="142764"/>
          </a:xfrm>
          <a:prstGeom prst="curvedConnector3">
            <a:avLst>
              <a:gd name="adj1" fmla="val 533911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716DB88-76B8-3A8A-C491-FDE80F893296}"/>
                  </a:ext>
                </a:extLst>
              </p:cNvPr>
              <p:cNvSpPr txBox="1"/>
              <p:nvPr/>
            </p:nvSpPr>
            <p:spPr>
              <a:xfrm>
                <a:off x="2081888" y="368791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716DB88-76B8-3A8A-C491-FDE80F893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888" y="3687913"/>
                <a:ext cx="403798" cy="307777"/>
              </a:xfrm>
              <a:prstGeom prst="rect">
                <a:avLst/>
              </a:prstGeom>
              <a:blipFill>
                <a:blip r:embed="rId5"/>
                <a:stretch>
                  <a:fillRect l="-7576" t="-4000" r="-16667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2BB7DA06-0A76-9B7D-3D5F-0A6C99805AB1}"/>
              </a:ext>
            </a:extLst>
          </p:cNvPr>
          <p:cNvCxnSpPr>
            <a:cxnSpLocks/>
            <a:stCxn id="13" idx="4"/>
            <a:endCxn id="13" idx="5"/>
          </p:cNvCxnSpPr>
          <p:nvPr/>
        </p:nvCxnSpPr>
        <p:spPr>
          <a:xfrm rot="5400000" flipH="1" flipV="1">
            <a:off x="3533767" y="3346776"/>
            <a:ext cx="59135" cy="142764"/>
          </a:xfrm>
          <a:prstGeom prst="curvedConnector3">
            <a:avLst>
              <a:gd name="adj1" fmla="val -3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1FDCCCD-8C34-D937-4E08-84834AE8C4EC}"/>
                  </a:ext>
                </a:extLst>
              </p:cNvPr>
              <p:cNvSpPr txBox="1"/>
              <p:nvPr/>
            </p:nvSpPr>
            <p:spPr>
              <a:xfrm>
                <a:off x="3361435" y="368791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1FDCCCD-8C34-D937-4E08-84834AE8C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435" y="3687913"/>
                <a:ext cx="403798" cy="307777"/>
              </a:xfrm>
              <a:prstGeom prst="rect">
                <a:avLst/>
              </a:prstGeom>
              <a:blipFill>
                <a:blip r:embed="rId5"/>
                <a:stretch>
                  <a:fillRect l="-5970" t="-4000" r="-16418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D2B30FFE-FA50-C852-F2C3-B79DE1B9FDB9}"/>
              </a:ext>
            </a:extLst>
          </p:cNvPr>
          <p:cNvCxnSpPr>
            <a:cxnSpLocks/>
            <a:stCxn id="6" idx="1"/>
            <a:endCxn id="6" idx="2"/>
          </p:cNvCxnSpPr>
          <p:nvPr/>
        </p:nvCxnSpPr>
        <p:spPr>
          <a:xfrm rot="16200000" flipH="1" flipV="1">
            <a:off x="1377679" y="2381199"/>
            <a:ext cx="142764" cy="59135"/>
          </a:xfrm>
          <a:prstGeom prst="curvedConnector4">
            <a:avLst>
              <a:gd name="adj1" fmla="val -142724"/>
              <a:gd name="adj2" fmla="val 4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34EB41B1-1E9D-A957-71AD-C776A4069176}"/>
                  </a:ext>
                </a:extLst>
              </p:cNvPr>
              <p:cNvSpPr txBox="1"/>
              <p:nvPr/>
            </p:nvSpPr>
            <p:spPr>
              <a:xfrm>
                <a:off x="828264" y="2062067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34EB41B1-1E9D-A957-71AD-C776A4069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64" y="2062067"/>
                <a:ext cx="403798" cy="307777"/>
              </a:xfrm>
              <a:prstGeom prst="rect">
                <a:avLst/>
              </a:prstGeom>
              <a:blipFill>
                <a:blip r:embed="rId6"/>
                <a:stretch>
                  <a:fillRect l="-6061" t="-1961" r="-16667" b="-196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07BBA77F-49DE-C3B6-4033-9559126849AC}"/>
              </a:ext>
            </a:extLst>
          </p:cNvPr>
          <p:cNvCxnSpPr>
            <a:cxnSpLocks/>
            <a:stCxn id="8" idx="7"/>
            <a:endCxn id="8" idx="6"/>
          </p:cNvCxnSpPr>
          <p:nvPr/>
        </p:nvCxnSpPr>
        <p:spPr>
          <a:xfrm rot="16200000" flipH="1">
            <a:off x="4331090" y="2381200"/>
            <a:ext cx="142764" cy="59135"/>
          </a:xfrm>
          <a:prstGeom prst="curvedConnector4">
            <a:avLst>
              <a:gd name="adj1" fmla="val -149260"/>
              <a:gd name="adj2" fmla="val 486573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6EC6C489-34DF-6FB8-C3DC-DAE7460677C0}"/>
                  </a:ext>
                </a:extLst>
              </p:cNvPr>
              <p:cNvSpPr txBox="1"/>
              <p:nvPr/>
            </p:nvSpPr>
            <p:spPr>
              <a:xfrm>
                <a:off x="4642028" y="2059803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6EC6C489-34DF-6FB8-C3DC-DAE746067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028" y="2059803"/>
                <a:ext cx="403798" cy="307777"/>
              </a:xfrm>
              <a:prstGeom prst="rect">
                <a:avLst/>
              </a:prstGeom>
              <a:blipFill>
                <a:blip r:embed="rId7"/>
                <a:stretch>
                  <a:fillRect l="-5970" t="-4000" r="-16418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FA46E53-86A4-5AA7-660A-F80F29A84976}"/>
                  </a:ext>
                </a:extLst>
              </p:cNvPr>
              <p:cNvSpPr txBox="1"/>
              <p:nvPr/>
            </p:nvSpPr>
            <p:spPr>
              <a:xfrm>
                <a:off x="735394" y="4857491"/>
                <a:ext cx="1811650" cy="42575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:r>
                  <a:rPr lang="en-US" altLang="zh-CN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Processing: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</m:oMath>
                </a14:m>
                <a:endParaRPr lang="en-US" altLang="zh-CN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FA46E53-86A4-5AA7-660A-F80F29A84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94" y="4857491"/>
                <a:ext cx="1811650" cy="425758"/>
              </a:xfrm>
              <a:prstGeom prst="rect">
                <a:avLst/>
              </a:prstGeom>
              <a:blipFill>
                <a:blip r:embed="rId8"/>
                <a:stretch>
                  <a:fillRect l="-3030" b="-2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64161BDD-F2E3-017C-0DE2-6D17551413CB}"/>
              </a:ext>
            </a:extLst>
          </p:cNvPr>
          <p:cNvCxnSpPr>
            <a:cxnSpLocks/>
            <a:stCxn id="6" idx="3"/>
            <a:endCxn id="7" idx="2"/>
          </p:cNvCxnSpPr>
          <p:nvPr/>
        </p:nvCxnSpPr>
        <p:spPr>
          <a:xfrm rot="16200000" flipH="1">
            <a:off x="1503415" y="2600126"/>
            <a:ext cx="625068" cy="674642"/>
          </a:xfrm>
          <a:prstGeom prst="curvedConnector2">
            <a:avLst/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8B2D52D-9785-BAEE-BA5D-E61BFD245115}"/>
                  </a:ext>
                </a:extLst>
              </p:cNvPr>
              <p:cNvSpPr txBox="1"/>
              <p:nvPr/>
            </p:nvSpPr>
            <p:spPr>
              <a:xfrm>
                <a:off x="1332363" y="2941120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</m:t>
                      </m:r>
                      <m:sSub>
                        <m:sSubPr>
                          <m:ctrlP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8B2D52D-9785-BAEE-BA5D-E61BFD245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363" y="2941120"/>
                <a:ext cx="403798" cy="307777"/>
              </a:xfrm>
              <a:prstGeom prst="rect">
                <a:avLst/>
              </a:prstGeom>
              <a:blipFill>
                <a:blip r:embed="rId9"/>
                <a:stretch>
                  <a:fillRect l="-16667" t="-1961" r="-27273" b="-196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9333664-0C1B-6FE4-6BF8-4F97F8AF2B4A}"/>
                  </a:ext>
                </a:extLst>
              </p:cNvPr>
              <p:cNvSpPr txBox="1"/>
              <p:nvPr/>
            </p:nvSpPr>
            <p:spPr>
              <a:xfrm>
                <a:off x="726262" y="4214241"/>
                <a:ext cx="770596" cy="39587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Ins="0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𝑊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={}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9333664-0C1B-6FE4-6BF8-4F97F8AF2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62" y="4214241"/>
                <a:ext cx="770596" cy="395878"/>
              </a:xfrm>
              <a:prstGeom prst="rect">
                <a:avLst/>
              </a:prstGeom>
              <a:blipFill>
                <a:blip r:embed="rId10"/>
                <a:stretch>
                  <a:fillRect r="-5512" b="-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D2025FC2-A026-8FB4-2B64-2ABA32A3ADEE}"/>
              </a:ext>
            </a:extLst>
          </p:cNvPr>
          <p:cNvCxnSpPr>
            <a:cxnSpLocks/>
            <a:stCxn id="7" idx="5"/>
            <a:endCxn id="13" idx="3"/>
          </p:cNvCxnSpPr>
          <p:nvPr/>
        </p:nvCxnSpPr>
        <p:spPr>
          <a:xfrm rot="5400000" flipH="1" flipV="1">
            <a:off x="2921483" y="2965040"/>
            <a:ext cx="4155" cy="851256"/>
          </a:xfrm>
          <a:prstGeom prst="curvedConnector3">
            <a:avLst>
              <a:gd name="adj1" fmla="val -692503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8A63342-E12C-F2E0-3BF8-BE477E5777A9}"/>
                  </a:ext>
                </a:extLst>
              </p:cNvPr>
              <p:cNvSpPr txBox="1"/>
              <p:nvPr/>
            </p:nvSpPr>
            <p:spPr>
              <a:xfrm>
                <a:off x="2789615" y="3692577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8A63342-E12C-F2E0-3BF8-BE477E577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615" y="3692577"/>
                <a:ext cx="403798" cy="307777"/>
              </a:xfrm>
              <a:prstGeom prst="rect">
                <a:avLst/>
              </a:prstGeom>
              <a:blipFill>
                <a:blip r:embed="rId7"/>
                <a:stretch>
                  <a:fillRect l="-7576" t="-4000" r="-16667" b="-20000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C732AD7E-6992-9289-F91A-39D104180D6C}"/>
              </a:ext>
            </a:extLst>
          </p:cNvPr>
          <p:cNvCxnSpPr>
            <a:cxnSpLocks/>
            <a:stCxn id="6" idx="6"/>
            <a:endCxn id="13" idx="0"/>
          </p:cNvCxnSpPr>
          <p:nvPr/>
        </p:nvCxnSpPr>
        <p:spPr>
          <a:xfrm>
            <a:off x="1823291" y="2482149"/>
            <a:ext cx="1668662" cy="561778"/>
          </a:xfrm>
          <a:prstGeom prst="curvedConnector2">
            <a:avLst/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EDA968B-8D89-4EAF-A5F0-CC99B2E5FFEA}"/>
                  </a:ext>
                </a:extLst>
              </p:cNvPr>
              <p:cNvSpPr txBox="1"/>
              <p:nvPr/>
            </p:nvSpPr>
            <p:spPr>
              <a:xfrm>
                <a:off x="2872354" y="2378108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</m:t>
                      </m:r>
                      <m:sSub>
                        <m:sSubPr>
                          <m:ctrlP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scadia Code" panose="020B0609020000020004" pitchFamily="49" charset="0"/>
                              <a:cs typeface="Cascadia Code" panose="020B0609020000020004" pitchFamily="49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EDA968B-8D89-4EAF-A5F0-CC99B2E5F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354" y="2378108"/>
                <a:ext cx="403798" cy="307777"/>
              </a:xfrm>
              <a:prstGeom prst="rect">
                <a:avLst/>
              </a:prstGeom>
              <a:blipFill>
                <a:blip r:embed="rId11"/>
                <a:stretch>
                  <a:fillRect l="-16667" t="-3922" r="-28788" b="-196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连接符: 曲线 23">
            <a:extLst>
              <a:ext uri="{FF2B5EF4-FFF2-40B4-BE49-F238E27FC236}">
                <a16:creationId xmlns:a16="http://schemas.microsoft.com/office/drawing/2014/main" id="{FF27B7C6-646F-9035-7944-27D0107C9D28}"/>
              </a:ext>
            </a:extLst>
          </p:cNvPr>
          <p:cNvCxnSpPr>
            <a:cxnSpLocks/>
            <a:stCxn id="6" idx="7"/>
            <a:endCxn id="8" idx="1"/>
          </p:cNvCxnSpPr>
          <p:nvPr/>
        </p:nvCxnSpPr>
        <p:spPr>
          <a:xfrm rot="5400000" flipH="1" flipV="1">
            <a:off x="2925766" y="1177775"/>
            <a:ext cx="12700" cy="2323221"/>
          </a:xfrm>
          <a:prstGeom prst="curvedConnector3">
            <a:avLst>
              <a:gd name="adj1" fmla="val 226563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601B458C-B8C9-5748-8C46-576E4C776112}"/>
                  </a:ext>
                </a:extLst>
              </p:cNvPr>
              <p:cNvSpPr txBox="1"/>
              <p:nvPr/>
            </p:nvSpPr>
            <p:spPr>
              <a:xfrm>
                <a:off x="2940492" y="1792374"/>
                <a:ext cx="403798" cy="307777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m:t>𝐶𝐹</m:t>
                      </m:r>
                    </m:oMath>
                  </m:oMathPara>
                </a14:m>
                <a:endParaRPr lang="zh-CN" altLang="en-US" sz="14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601B458C-B8C9-5748-8C46-576E4C776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0492" y="1792374"/>
                <a:ext cx="403798" cy="307777"/>
              </a:xfrm>
              <a:prstGeom prst="rect">
                <a:avLst/>
              </a:prstGeom>
              <a:blipFill>
                <a:blip r:embed="rId12"/>
                <a:stretch>
                  <a:fillRect l="-5970" t="-3922" r="-16418" b="-196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1861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D1C05-64B6-16DA-0E97-3AD746193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619141A-CD37-8729-0B2D-BA000AC17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49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27" name="爆炸形: 14 pt  26">
            <a:extLst>
              <a:ext uri="{FF2B5EF4-FFF2-40B4-BE49-F238E27FC236}">
                <a16:creationId xmlns:a16="http://schemas.microsoft.com/office/drawing/2014/main" id="{0891008E-3733-3993-ABE6-985BC6A0CD83}"/>
              </a:ext>
            </a:extLst>
          </p:cNvPr>
          <p:cNvSpPr/>
          <p:nvPr/>
        </p:nvSpPr>
        <p:spPr>
          <a:xfrm>
            <a:off x="65626" y="799116"/>
            <a:ext cx="2059265" cy="1125478"/>
          </a:xfrm>
          <a:prstGeom prst="irregularSeal2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作业</a:t>
            </a:r>
            <a:r>
              <a:rPr lang="en-US" altLang="zh-CN" sz="2400" b="1" dirty="0">
                <a:solidFill>
                  <a:schemeClr val="tx1"/>
                </a:solidFill>
              </a:rPr>
              <a:t>4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标题 11">
            <a:extLst>
              <a:ext uri="{FF2B5EF4-FFF2-40B4-BE49-F238E27FC236}">
                <a16:creationId xmlns:a16="http://schemas.microsoft.com/office/drawing/2014/main" id="{316BF2D4-2AE8-8EC6-D711-3A181DCDB97A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实践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A10E9D-D6C3-CA80-05D2-EFC0BD8A475E}"/>
              </a:ext>
            </a:extLst>
          </p:cNvPr>
          <p:cNvSpPr txBox="1">
            <a:spLocks/>
          </p:cNvSpPr>
          <p:nvPr/>
        </p:nvSpPr>
        <p:spPr>
          <a:xfrm>
            <a:off x="1478460" y="1748665"/>
            <a:ext cx="9529174" cy="3270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6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  <a:cs typeface="Calibri" panose="020F0502020204030204" pitchFamily="34" charset="0"/>
              </a:rPr>
              <a:t>更新</a:t>
            </a:r>
            <a:r>
              <a:rPr lang="en-US" altLang="zh-CN" dirty="0">
                <a:latin typeface="+mn-ea"/>
                <a:cs typeface="Calibri" panose="020F0502020204030204" pitchFamily="34" charset="0"/>
              </a:rPr>
              <a:t>SVF</a:t>
            </a:r>
            <a:r>
              <a:rPr lang="zh-CN" altLang="en-US" dirty="0">
                <a:latin typeface="+mn-ea"/>
                <a:cs typeface="Calibri" panose="020F0502020204030204" pitchFamily="34" charset="0"/>
              </a:rPr>
              <a:t>代码库到本地并确保系统中包含环境变量</a:t>
            </a:r>
            <a:r>
              <a:rPr lang="en-US" altLang="zh-C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SVF_DIR</a:t>
            </a:r>
            <a:r>
              <a:rPr lang="zh-CN" alt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（</a:t>
            </a:r>
            <a:r>
              <a:rPr lang="en-US" altLang="zh-CN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git pull origin master</a:t>
            </a:r>
            <a:r>
              <a:rPr lang="zh-CN" alt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）</a:t>
            </a:r>
            <a:r>
              <a:rPr lang="zh-CN" altLang="en-US" sz="1600" dirty="0">
                <a:latin typeface="+mn-ea"/>
                <a:cs typeface="Calibri" panose="020F0502020204030204" pitchFamily="34" charset="0"/>
              </a:rPr>
              <a:t>：</a:t>
            </a:r>
            <a:endParaRPr lang="en-US" altLang="zh-CN" sz="1600" dirty="0">
              <a:latin typeface="+mn-ea"/>
              <a:cs typeface="Calibri" panose="020F0502020204030204" pitchFamily="34" charset="0"/>
            </a:endParaRPr>
          </a:p>
          <a:p>
            <a:pPr algn="ctr">
              <a:lnSpc>
                <a:spcPts val="2600"/>
              </a:lnSpc>
              <a:spcBef>
                <a:spcPts val="600"/>
              </a:spcBef>
            </a:pP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https://github.com/BITSAC2025/SVF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26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  <a:cs typeface="Calibri" panose="020F0502020204030204" pitchFamily="34" charset="0"/>
              </a:rPr>
              <a:t>完善代码并提交：</a:t>
            </a:r>
            <a:endParaRPr lang="en-US" altLang="zh-CN" dirty="0">
              <a:latin typeface="+mn-ea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6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  <a:cs typeface="Calibri" panose="020F0502020204030204" pitchFamily="34" charset="0"/>
              </a:rPr>
              <a:t>链接：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https://classroom.github.com/a/9aXAgKoz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1" indent="-285750">
              <a:lnSpc>
                <a:spcPts val="26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任务：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57300" lvl="2" indent="-342900">
              <a:lnSpc>
                <a:spcPts val="26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下载代码库：</a:t>
            </a:r>
            <a:r>
              <a:rPr lang="en-US" altLang="zh-CN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git clone …</a:t>
            </a:r>
          </a:p>
          <a:p>
            <a:pPr marL="1257300" lvl="2" indent="-342900">
              <a:lnSpc>
                <a:spcPts val="26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完善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Assignment-4-CFLR/CFLR.cpp</a:t>
            </a: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，使其具备指针分析功能</a:t>
            </a:r>
            <a:endParaRPr lang="en-US" altLang="zh-CN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57300" lvl="2" indent="-342900">
              <a:lnSpc>
                <a:spcPts val="26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提交代码库：</a:t>
            </a:r>
            <a:r>
              <a:rPr lang="en-US" altLang="zh-CN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git push …</a:t>
            </a:r>
          </a:p>
        </p:txBody>
      </p:sp>
    </p:spTree>
    <p:extLst>
      <p:ext uri="{BB962C8B-B14F-4D97-AF65-F5344CB8AC3E}">
        <p14:creationId xmlns:p14="http://schemas.microsoft.com/office/powerpoint/2010/main" val="2842556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7388E-92AB-D149-0A4B-2360DAACC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7CE353F-D9F3-7855-3605-F61646AEA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50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27" name="爆炸形: 14 pt  26">
            <a:extLst>
              <a:ext uri="{FF2B5EF4-FFF2-40B4-BE49-F238E27FC236}">
                <a16:creationId xmlns:a16="http://schemas.microsoft.com/office/drawing/2014/main" id="{5C5A2357-AEBB-F523-80B6-BBA116833B63}"/>
              </a:ext>
            </a:extLst>
          </p:cNvPr>
          <p:cNvSpPr/>
          <p:nvPr/>
        </p:nvSpPr>
        <p:spPr>
          <a:xfrm>
            <a:off x="65626" y="799116"/>
            <a:ext cx="2059265" cy="1125478"/>
          </a:xfrm>
          <a:prstGeom prst="irregularSeal2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作业</a:t>
            </a:r>
            <a:r>
              <a:rPr lang="en-US" altLang="zh-CN" sz="2400" b="1" dirty="0">
                <a:solidFill>
                  <a:schemeClr val="tx1"/>
                </a:solidFill>
              </a:rPr>
              <a:t>4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标题 11">
            <a:extLst>
              <a:ext uri="{FF2B5EF4-FFF2-40B4-BE49-F238E27FC236}">
                <a16:creationId xmlns:a16="http://schemas.microsoft.com/office/drawing/2014/main" id="{09731A92-7082-3521-1775-72EF8499003B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+mn-ea"/>
                <a:ea typeface="+mn-ea"/>
                <a:cs typeface="Times New Roman" panose="02020603050405020304" pitchFamily="18" charset="0"/>
                <a:sym typeface="+mn-lt"/>
              </a:rPr>
              <a:t>实践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AB50A0-916B-28B6-796F-7A3514CECD0E}"/>
              </a:ext>
            </a:extLst>
          </p:cNvPr>
          <p:cNvSpPr txBox="1">
            <a:spLocks/>
          </p:cNvSpPr>
          <p:nvPr/>
        </p:nvSpPr>
        <p:spPr>
          <a:xfrm>
            <a:off x="2124891" y="842974"/>
            <a:ext cx="8579940" cy="1634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6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提示：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ts val="26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工作表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，图的基本结构以及输入输出功能以实现（参见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A4Header.h</a:t>
            </a: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ts val="26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测试集：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Assignment-4-CFLR/Test-Cases</a:t>
            </a:r>
          </a:p>
          <a:p>
            <a:pPr marL="342900" indent="-342900">
              <a:lnSpc>
                <a:spcPts val="26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指针分析的正则化语法：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CE1AABE-7186-B56E-1574-BFBC00BE0E48}"/>
                  </a:ext>
                </a:extLst>
              </p:cNvPr>
              <p:cNvSpPr txBox="1"/>
              <p:nvPr/>
            </p:nvSpPr>
            <p:spPr>
              <a:xfrm>
                <a:off x="5392963" y="2209347"/>
                <a:ext cx="3986166" cy="105593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Σ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={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𝐶𝑜𝑝𝑦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,  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altLang="zh-CN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={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𝑃𝑇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 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altLang="zh-CN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𝑃𝑇</m:t>
                    </m:r>
                  </m:oMath>
                </a14:m>
                <a:r>
                  <a:rPr lang="en-US" altLang="zh-CN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CE1AABE-7186-B56E-1574-BFBC00BE0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2963" y="2209347"/>
                <a:ext cx="3986166" cy="10559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A03CBCE-D3B0-D549-836E-72F884C712BA}"/>
                  </a:ext>
                </a:extLst>
              </p:cNvPr>
              <p:cNvSpPr txBox="1"/>
              <p:nvPr/>
            </p:nvSpPr>
            <p:spPr>
              <a:xfrm>
                <a:off x="361406" y="3125938"/>
                <a:ext cx="6313715" cy="206203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:</m:t>
                    </m:r>
                  </m:oMath>
                </a14:m>
                <a:r>
                  <a:rPr lang="en-US" altLang="zh-CN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𝑃𝑇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∷=</m:t>
                    </m:r>
                    <m:acc>
                      <m:accPr>
                        <m:chr m:val="̅"/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𝑉𝐹</m:t>
                        </m:r>
                      </m:e>
                    </m:acc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acc>
                      <m:accPr>
                        <m:chr m:val="̅"/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𝐴𝑑𝑑𝑟</m:t>
                        </m:r>
                      </m:e>
                    </m:acc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𝑃𝑇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∷=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𝐴𝑑𝑑𝑟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𝑉𝐹</m:t>
                    </m:r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∷=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𝐶𝑜𝑝𝑦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𝑆𝑉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𝑃𝑉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𝐿𝑜𝑎𝑑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𝑉𝑃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| 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𝑉𝐹</m:t>
                        </m:r>
                      </m:e>
                    </m:ba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∷=</m:t>
                    </m:r>
                    <m:bar>
                      <m:barPr>
                        <m:pos m:val="top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𝑉𝐹</m:t>
                        </m:r>
                      </m:e>
                    </m:ba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bar>
                      <m:barPr>
                        <m:pos m:val="top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𝑉𝐹</m:t>
                        </m:r>
                      </m:e>
                    </m:ba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bar>
                          <m:barPr>
                            <m:pos m:val="top"/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𝐶𝑜𝑝𝑦</m:t>
                            </m:r>
                          </m:e>
                        </m:ba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bar>
                      <m:barPr>
                        <m:pos m:val="top"/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𝐿𝑜𝑎𝑑</m:t>
                        </m:r>
                      </m:e>
                    </m:ba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bar>
                      <m:barPr>
                        <m:pos m:val="top"/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𝑆𝑉</m:t>
                        </m:r>
                      </m:e>
                    </m:ba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bar>
                          <m:barPr>
                            <m:pos m:val="top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𝐿𝑜𝑎𝑑</m:t>
                            </m:r>
                          </m:e>
                        </m:ba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𝑉𝑃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𝑃𝑉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bar>
                      <m:barPr>
                        <m:pos m:val="top"/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𝑆𝑡𝑜𝑟𝑒</m:t>
                        </m:r>
                      </m:e>
                    </m:ba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| 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∷=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𝐿𝑉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𝐿𝑜𝑎𝑑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acc>
                          <m:accPr>
                            <m:chr m:val="̅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𝑉𝐹</m:t>
                            </m:r>
                          </m:e>
                        </m:acc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𝑉𝐴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 </m:t>
                        </m:r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𝑉𝐹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|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𝜖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US" altLang="zh-CN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A03CBCE-D3B0-D549-836E-72F884C71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406" y="3125938"/>
                <a:ext cx="6313715" cy="2062039"/>
              </a:xfrm>
              <a:prstGeom prst="rect">
                <a:avLst/>
              </a:prstGeom>
              <a:blipFill>
                <a:blip r:embed="rId4"/>
                <a:stretch>
                  <a:fillRect b="-88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AB4BAE3-C627-5DEB-FE5A-48176E136CCF}"/>
                  </a:ext>
                </a:extLst>
              </p:cNvPr>
              <p:cNvSpPr txBox="1"/>
              <p:nvPr/>
            </p:nvSpPr>
            <p:spPr>
              <a:xfrm>
                <a:off x="7245874" y="3498669"/>
                <a:ext cx="4410890" cy="1728422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𝑆𝑉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𝑆𝑡𝑜𝑟𝑒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𝑆𝑉</m:t>
                        </m:r>
                      </m:e>
                    </m:ba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∷=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bar>
                      <m:barPr>
                        <m:pos m:val="top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𝑆𝑡𝑜𝑟𝑒</m:t>
                        </m:r>
                      </m:e>
                    </m:ba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𝑃𝑉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</m:t>
                    </m:r>
                    <m:acc>
                      <m:accPr>
                        <m:chr m:val="̅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𝑃𝑇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𝑉𝐴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∷=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𝑃𝑇</m:t>
                    </m:r>
                  </m:oMath>
                </a14:m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𝐿𝑉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∷=</m:t>
                    </m:r>
                    <m:acc>
                      <m:accPr>
                        <m:chr m:val="̅"/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𝐿𝑜𝑎𝑑</m:t>
                        </m:r>
                      </m:e>
                    </m:acc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𝑉𝐴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US" altLang="zh-CN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AB4BAE3-C627-5DEB-FE5A-48176E136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874" y="3498669"/>
                <a:ext cx="4410890" cy="17284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467DF8F-BB0E-176E-6752-7E4216462260}"/>
              </a:ext>
            </a:extLst>
          </p:cNvPr>
          <p:cNvCxnSpPr>
            <a:cxnSpLocks/>
          </p:cNvCxnSpPr>
          <p:nvPr/>
        </p:nvCxnSpPr>
        <p:spPr>
          <a:xfrm>
            <a:off x="7027821" y="3498669"/>
            <a:ext cx="0" cy="16891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890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1,869383|2,675842|3,16777215|4,482054|5,714624|6,15921906"/>
  <p:tag name="BAKCCOLORTYPE" val="Color_Theme"/>
  <p:tag name="BAKCCOLOR" val="1"/>
  <p:tag name="POCKET_APPLY_TIME" val="2019年9月3日"/>
  <p:tag name="POCKET_APPLY_TYPE" val="Slide"/>
  <p:tag name="TAG_SCENEANIMNAME" val="简约扁平8.pa"/>
  <p:tag name="KSO_WM_SPECIAL_SOURCE" val="bdnul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4nx0ysa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2400"/>
          </a:lnSpc>
          <a:spcBef>
            <a:spcPts val="600"/>
          </a:spcBef>
          <a:defRPr sz="2000" b="1" dirty="0">
            <a:solidFill>
              <a:srgbClr val="992D23"/>
            </a:solidFill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6935</TotalTime>
  <Words>3793</Words>
  <Application>Microsoft Office PowerPoint</Application>
  <PresentationFormat>宽屏</PresentationFormat>
  <Paragraphs>1025</Paragraphs>
  <Slides>50</Slides>
  <Notes>50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50</vt:i4>
      </vt:variant>
    </vt:vector>
  </HeadingPairs>
  <TitlesOfParts>
    <vt:vector size="67" baseType="lpstr">
      <vt:lpstr>黑体</vt:lpstr>
      <vt:lpstr>华文行楷</vt:lpstr>
      <vt:lpstr>隶书</vt:lpstr>
      <vt:lpstr>思源黑体</vt:lpstr>
      <vt:lpstr>宋体</vt:lpstr>
      <vt:lpstr>微软雅黑</vt:lpstr>
      <vt:lpstr>Abadi</vt:lpstr>
      <vt:lpstr>Arial</vt:lpstr>
      <vt:lpstr>Calibri</vt:lpstr>
      <vt:lpstr>Cambria Math</vt:lpstr>
      <vt:lpstr>Cascadia Code</vt:lpstr>
      <vt:lpstr>Cascadia Code Light</vt:lpstr>
      <vt:lpstr>Cascadia Code SemiLight</vt:lpstr>
      <vt:lpstr>Times New Roman</vt:lpstr>
      <vt:lpstr>Wingdings</vt:lpstr>
      <vt:lpstr>WPS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</dc:creator>
  <cp:lastModifiedBy>Yuxiang Lei</cp:lastModifiedBy>
  <cp:revision>178</cp:revision>
  <dcterms:created xsi:type="dcterms:W3CDTF">2023-08-09T12:44:00Z</dcterms:created>
  <dcterms:modified xsi:type="dcterms:W3CDTF">2025-10-12T04:48:16Z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073CCCA0E5BA4F8D897F2543B1DF1007_12</vt:lpwstr>
  </property>
</Properties>
</file>